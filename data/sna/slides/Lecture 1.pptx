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23"/>
  </p:notesMasterIdLst>
  <p:sldIdLst>
    <p:sldId id="256" r:id="rId2"/>
    <p:sldId id="270" r:id="rId3"/>
    <p:sldId id="271" r:id="rId4"/>
    <p:sldId id="262" r:id="rId5"/>
    <p:sldId id="272" r:id="rId6"/>
    <p:sldId id="273" r:id="rId7"/>
    <p:sldId id="274" r:id="rId8"/>
    <p:sldId id="275" r:id="rId9"/>
    <p:sldId id="276" r:id="rId10"/>
    <p:sldId id="277" r:id="rId11"/>
    <p:sldId id="278" r:id="rId12"/>
    <p:sldId id="279" r:id="rId13"/>
    <p:sldId id="280" r:id="rId14"/>
    <p:sldId id="281" r:id="rId15"/>
    <p:sldId id="263" r:id="rId16"/>
    <p:sldId id="264" r:id="rId17"/>
    <p:sldId id="265" r:id="rId18"/>
    <p:sldId id="266" r:id="rId19"/>
    <p:sldId id="267" r:id="rId20"/>
    <p:sldId id="268" r:id="rId21"/>
    <p:sldId id="269" r:id="rId22"/>
  </p:sldIdLst>
  <p:sldSz cx="10083800" cy="7556500"/>
  <p:notesSz cx="10083800" cy="75565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10" autoAdjust="0"/>
  </p:normalViewPr>
  <p:slideViewPr>
    <p:cSldViewPr>
      <p:cViewPr varScale="1">
        <p:scale>
          <a:sx n="77" d="100"/>
          <a:sy n="77" d="100"/>
        </p:scale>
        <p:origin x="97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1559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1027397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fontScale="25000" lnSpcReduction="20000"/>
          </a:bodyPr>
          <a:lstStyle/>
          <a:p>
            <a:endParaRPr dirty="0"/>
          </a:p>
        </p:txBody>
      </p:sp>
    </p:spTree>
    <p:extLst>
      <p:ext uri="{BB962C8B-B14F-4D97-AF65-F5344CB8AC3E}">
        <p14:creationId xmlns:p14="http://schemas.microsoft.com/office/powerpoint/2010/main" val="92539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40100" y="944563"/>
            <a:ext cx="3403600" cy="2551112"/>
          </a:xfrm>
          <a:prstGeom prst="rect">
            <a:avLst/>
          </a:prstGeom>
          <a:noFill/>
          <a:ln w="12700">
            <a:solidFill>
              <a:prstClr val="black"/>
            </a:solidFill>
          </a:ln>
        </p:spPr>
      </p:sp>
      <p:sp>
        <p:nvSpPr>
          <p:cNvPr id="3" name="Notes Placeholder 2"/>
          <p:cNvSpPr>
            <a:spLocks noGrp="1"/>
          </p:cNvSpPr>
          <p:nvPr>
            <p:ph type="body" idx="1"/>
          </p:nvPr>
        </p:nvSpPr>
        <p:spPr>
          <a:xfrm>
            <a:off x="1008063" y="3636963"/>
            <a:ext cx="8067675" cy="2974975"/>
          </a:xfrm>
          <a:prstGeom prst="rect">
            <a:avLst/>
          </a:prstGeom>
        </p:spPr>
        <p:txBody>
          <a:bodyPr/>
          <a:lstStyle/>
          <a:p>
            <a:r>
              <a:rPr lang="en-US" sz="1200" kern="1200" dirty="0">
                <a:solidFill>
                  <a:schemeClr val="tx1"/>
                </a:solidFill>
                <a:effectLst/>
                <a:latin typeface="+mn-lt"/>
                <a:ea typeface="+mn-ea"/>
                <a:cs typeface="+mn-cs"/>
              </a:rPr>
              <a:t>A namespace is a set of unique keys and associated attributes. Examples of namespaces are the account names in use, the printers available, the names of hosts, Ethernet addresses, service name/port number lists.</a:t>
            </a:r>
            <a:endParaRPr lang="en-US" dirty="0"/>
          </a:p>
        </p:txBody>
      </p:sp>
    </p:spTree>
    <p:extLst>
      <p:ext uri="{BB962C8B-B14F-4D97-AF65-F5344CB8AC3E}">
        <p14:creationId xmlns:p14="http://schemas.microsoft.com/office/powerpoint/2010/main" val="2465535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40100" y="944563"/>
            <a:ext cx="3403600" cy="2551112"/>
          </a:xfrm>
          <a:prstGeom prst="rect">
            <a:avLst/>
          </a:prstGeom>
          <a:noFill/>
          <a:ln w="12700">
            <a:solidFill>
              <a:prstClr val="black"/>
            </a:solidFill>
          </a:ln>
        </p:spPr>
      </p:sp>
      <p:sp>
        <p:nvSpPr>
          <p:cNvPr id="3" name="Notes Placeholder 2"/>
          <p:cNvSpPr>
            <a:spLocks noGrp="1"/>
          </p:cNvSpPr>
          <p:nvPr>
            <p:ph type="body" idx="1"/>
          </p:nvPr>
        </p:nvSpPr>
        <p:spPr>
          <a:xfrm>
            <a:off x="1008063" y="3636963"/>
            <a:ext cx="8067675" cy="2974975"/>
          </a:xfrm>
          <a:prstGeom prst="rect">
            <a:avLst/>
          </a:prstGeom>
        </p:spPr>
        <p:txBody>
          <a:bodyPr/>
          <a:lstStyle/>
          <a:p>
            <a:r>
              <a:rPr lang="en-US" dirty="0"/>
              <a:t>A software depot is a way of making a large number</a:t>
            </a:r>
            <a:r>
              <a:rPr lang="en-US" baseline="0" dirty="0"/>
              <a:t> of software packages available to many hosts. Windows software depot can be a network disk.</a:t>
            </a:r>
            <a:endParaRPr lang="en-US" dirty="0"/>
          </a:p>
        </p:txBody>
      </p:sp>
    </p:spTree>
    <p:extLst>
      <p:ext uri="{BB962C8B-B14F-4D97-AF65-F5344CB8AC3E}">
        <p14:creationId xmlns:p14="http://schemas.microsoft.com/office/powerpoint/2010/main" val="1753366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40100" y="944563"/>
            <a:ext cx="3403600" cy="2551112"/>
          </a:xfrm>
          <a:prstGeom prst="rect">
            <a:avLst/>
          </a:prstGeom>
          <a:noFill/>
          <a:ln w="12700">
            <a:solidFill>
              <a:prstClr val="black"/>
            </a:solidFill>
          </a:ln>
        </p:spPr>
      </p:sp>
      <p:sp>
        <p:nvSpPr>
          <p:cNvPr id="3" name="Notes Placeholder 2"/>
          <p:cNvSpPr>
            <a:spLocks noGrp="1"/>
          </p:cNvSpPr>
          <p:nvPr>
            <p:ph type="body" idx="1"/>
          </p:nvPr>
        </p:nvSpPr>
        <p:spPr>
          <a:xfrm>
            <a:off x="1008063" y="3636963"/>
            <a:ext cx="8067675" cy="2974975"/>
          </a:xfrm>
          <a:prstGeom prst="rect">
            <a:avLst/>
          </a:prstGeom>
        </p:spPr>
        <p:txBody>
          <a:bodyPr/>
          <a:lstStyle/>
          <a:p>
            <a:r>
              <a:rPr lang="en-US" dirty="0"/>
              <a:t>-suppose that lease time for a particular subnet is 2 weeks and you</a:t>
            </a:r>
            <a:r>
              <a:rPr lang="en-US" baseline="0" dirty="0"/>
              <a:t> want to change the subnet mask then you have to wait 2 weeks for changes to be propagated. But if we know this in advance than the lease time can be set short so that this change can be propagated quickly.</a:t>
            </a:r>
          </a:p>
          <a:p>
            <a:r>
              <a:rPr lang="en-US" baseline="0" dirty="0"/>
              <a:t>-a server name should never be the name of a service as the service may have to shift on other server.</a:t>
            </a:r>
          </a:p>
          <a:p>
            <a:r>
              <a:rPr lang="en-US" baseline="0" dirty="0"/>
              <a:t>-rolling back to working site.</a:t>
            </a:r>
            <a:endParaRPr lang="en-US" dirty="0"/>
          </a:p>
        </p:txBody>
      </p:sp>
    </p:spTree>
    <p:extLst>
      <p:ext uri="{BB962C8B-B14F-4D97-AF65-F5344CB8AC3E}">
        <p14:creationId xmlns:p14="http://schemas.microsoft.com/office/powerpoint/2010/main" val="3983996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40100" y="944563"/>
            <a:ext cx="3403600" cy="2551112"/>
          </a:xfrm>
          <a:prstGeom prst="rect">
            <a:avLst/>
          </a:prstGeom>
          <a:noFill/>
          <a:ln w="12700">
            <a:solidFill>
              <a:prstClr val="black"/>
            </a:solidFill>
          </a:ln>
        </p:spPr>
      </p:sp>
      <p:sp>
        <p:nvSpPr>
          <p:cNvPr id="3" name="Notes Placeholder 2"/>
          <p:cNvSpPr>
            <a:spLocks noGrp="1"/>
          </p:cNvSpPr>
          <p:nvPr>
            <p:ph type="body" idx="1"/>
          </p:nvPr>
        </p:nvSpPr>
        <p:spPr>
          <a:xfrm>
            <a:off x="1008063" y="3636963"/>
            <a:ext cx="8067675" cy="2974975"/>
          </a:xfrm>
          <a:prstGeom prst="rect">
            <a:avLst/>
          </a:prstGeom>
        </p:spPr>
        <p:txBody>
          <a:bodyPr/>
          <a:lstStyle/>
          <a:p>
            <a:r>
              <a:rPr lang="en-US" dirty="0"/>
              <a:t>-fire drill means to pick up</a:t>
            </a:r>
            <a:r>
              <a:rPr lang="en-US" baseline="0" dirty="0"/>
              <a:t> a random file and restore it from tape to verify that backup process is working.</a:t>
            </a:r>
            <a:endParaRPr lang="en-US" dirty="0"/>
          </a:p>
        </p:txBody>
      </p:sp>
    </p:spTree>
    <p:extLst>
      <p:ext uri="{BB962C8B-B14F-4D97-AF65-F5344CB8AC3E}">
        <p14:creationId xmlns:p14="http://schemas.microsoft.com/office/powerpoint/2010/main" val="3512716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340100" y="944563"/>
            <a:ext cx="3403600" cy="2551112"/>
          </a:xfrm>
          <a:prstGeom prst="rect">
            <a:avLst/>
          </a:prstGeom>
          <a:noFill/>
          <a:ln w="12700">
            <a:solidFill>
              <a:prstClr val="black"/>
            </a:solidFill>
          </a:ln>
        </p:spPr>
      </p:sp>
      <p:sp>
        <p:nvSpPr>
          <p:cNvPr id="3" name="Notes Placeholder 2"/>
          <p:cNvSpPr>
            <a:spLocks noGrp="1"/>
          </p:cNvSpPr>
          <p:nvPr>
            <p:ph type="body" idx="1"/>
          </p:nvPr>
        </p:nvSpPr>
        <p:spPr>
          <a:xfrm>
            <a:off x="1008063" y="3636963"/>
            <a:ext cx="8067675" cy="2974975"/>
          </a:xfrm>
          <a:prstGeom prst="rect">
            <a:avLst/>
          </a:prstGeom>
        </p:spPr>
        <p:txBody>
          <a:bodyPr/>
          <a:lstStyle/>
          <a:p>
            <a:r>
              <a:rPr lang="en-US" dirty="0"/>
              <a:t>HVAC (Heating</a:t>
            </a:r>
            <a:r>
              <a:rPr lang="en-US"/>
              <a:t>, Ventilating </a:t>
            </a:r>
            <a:r>
              <a:rPr lang="en-US" dirty="0"/>
              <a:t>and Air Conditioning)</a:t>
            </a:r>
          </a:p>
        </p:txBody>
      </p:sp>
    </p:spTree>
    <p:extLst>
      <p:ext uri="{BB962C8B-B14F-4D97-AF65-F5344CB8AC3E}">
        <p14:creationId xmlns:p14="http://schemas.microsoft.com/office/powerpoint/2010/main" val="31663044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42054" y="2770719"/>
            <a:ext cx="7278831" cy="2493249"/>
          </a:xfrm>
        </p:spPr>
        <p:txBody>
          <a:bodyPr anchor="b">
            <a:normAutofit/>
          </a:bodyPr>
          <a:lstStyle>
            <a:lvl1pPr>
              <a:defRPr sz="5950"/>
            </a:lvl1pPr>
          </a:lstStyle>
          <a:p>
            <a:r>
              <a:rPr lang="en-US"/>
              <a:t>Click to edit Master title style</a:t>
            </a:r>
            <a:endParaRPr lang="en-US" dirty="0"/>
          </a:p>
        </p:txBody>
      </p:sp>
      <p:sp>
        <p:nvSpPr>
          <p:cNvPr id="3" name="Subtitle 2"/>
          <p:cNvSpPr>
            <a:spLocks noGrp="1"/>
          </p:cNvSpPr>
          <p:nvPr>
            <p:ph type="subTitle" idx="1"/>
          </p:nvPr>
        </p:nvSpPr>
        <p:spPr>
          <a:xfrm>
            <a:off x="2142054" y="5263966"/>
            <a:ext cx="7278831" cy="1240997"/>
          </a:xfrm>
        </p:spPr>
        <p:txBody>
          <a:bodyPr anchor="t"/>
          <a:lstStyle>
            <a:lvl1pPr marL="0" indent="0" algn="l">
              <a:buNone/>
              <a:defRPr>
                <a:solidFill>
                  <a:schemeClr val="tx1">
                    <a:lumMod val="65000"/>
                    <a:lumOff val="35000"/>
                  </a:schemeClr>
                </a:solidFill>
              </a:defRPr>
            </a:lvl1pPr>
            <a:lvl2pPr marL="503789" indent="0" algn="ctr">
              <a:buNone/>
              <a:defRPr>
                <a:solidFill>
                  <a:schemeClr val="tx1">
                    <a:tint val="75000"/>
                  </a:schemeClr>
                </a:solidFill>
              </a:defRPr>
            </a:lvl2pPr>
            <a:lvl3pPr marL="1007577" indent="0" algn="ctr">
              <a:buNone/>
              <a:defRPr>
                <a:solidFill>
                  <a:schemeClr val="tx1">
                    <a:tint val="75000"/>
                  </a:schemeClr>
                </a:solidFill>
              </a:defRPr>
            </a:lvl3pPr>
            <a:lvl4pPr marL="1511366" indent="0" algn="ctr">
              <a:buNone/>
              <a:defRPr>
                <a:solidFill>
                  <a:schemeClr val="tx1">
                    <a:tint val="75000"/>
                  </a:schemeClr>
                </a:solidFill>
              </a:defRPr>
            </a:lvl4pPr>
            <a:lvl5pPr marL="2015155" indent="0" algn="ctr">
              <a:buNone/>
              <a:defRPr>
                <a:solidFill>
                  <a:schemeClr val="tx1">
                    <a:tint val="75000"/>
                  </a:schemeClr>
                </a:solidFill>
              </a:defRPr>
            </a:lvl5pPr>
            <a:lvl6pPr marL="2518943" indent="0" algn="ctr">
              <a:buNone/>
              <a:defRPr>
                <a:solidFill>
                  <a:schemeClr val="tx1">
                    <a:tint val="75000"/>
                  </a:schemeClr>
                </a:solidFill>
              </a:defRPr>
            </a:lvl6pPr>
            <a:lvl7pPr marL="3022732" indent="0" algn="ctr">
              <a:buNone/>
              <a:defRPr>
                <a:solidFill>
                  <a:schemeClr val="tx1">
                    <a:tint val="75000"/>
                  </a:schemeClr>
                </a:solidFill>
              </a:defRPr>
            </a:lvl7pPr>
            <a:lvl8pPr marL="3526521" indent="0" algn="ctr">
              <a:buNone/>
              <a:defRPr>
                <a:solidFill>
                  <a:schemeClr val="tx1">
                    <a:tint val="75000"/>
                  </a:schemeClr>
                </a:solidFill>
              </a:defRPr>
            </a:lvl8pPr>
            <a:lvl9pPr marL="40303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marL="12700">
              <a:lnSpc>
                <a:spcPct val="100000"/>
              </a:lnSpc>
            </a:pPr>
            <a:fld id="{DED4723B-FB6C-43FE-81D3-D7438486CDCC}" type="datetime1">
              <a:rPr lang="en-US" spc="-5" smtClean="0"/>
              <a:t>3/5/2025</a:t>
            </a:fld>
            <a:endParaRPr lang="en-US" spc="-5" dirty="0"/>
          </a:p>
        </p:txBody>
      </p:sp>
      <p:sp>
        <p:nvSpPr>
          <p:cNvPr id="5" name="Footer Placeholder 4"/>
          <p:cNvSpPr>
            <a:spLocks noGrp="1"/>
          </p:cNvSpPr>
          <p:nvPr>
            <p:ph type="ftr" sz="quarter" idx="11"/>
          </p:nvPr>
        </p:nvSpPr>
        <p:spPr/>
        <p:txBody>
          <a:bodyPr/>
          <a:lstStyle/>
          <a:p>
            <a:pPr marL="12700">
              <a:lnSpc>
                <a:spcPct val="100000"/>
              </a:lnSpc>
            </a:pPr>
            <a:endParaRPr lang="en-US" dirty="0"/>
          </a:p>
        </p:txBody>
      </p:sp>
      <p:sp>
        <p:nvSpPr>
          <p:cNvPr id="9" name="Freeform 8"/>
          <p:cNvSpPr/>
          <p:nvPr/>
        </p:nvSpPr>
        <p:spPr bwMode="auto">
          <a:xfrm>
            <a:off x="-34979" y="4761276"/>
            <a:ext cx="1538897" cy="861407"/>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66843" y="4990884"/>
            <a:ext cx="645101" cy="402314"/>
          </a:xfrm>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4205388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45125" y="687677"/>
            <a:ext cx="7266422" cy="1411351"/>
          </a:xfrm>
        </p:spPr>
        <p:txBody>
          <a:bodyPr/>
          <a:lstStyle/>
          <a:p>
            <a:r>
              <a:rPr lang="en-US"/>
              <a:t>Click to edit Master title style</a:t>
            </a:r>
            <a:endParaRPr lang="en-US" dirty="0"/>
          </a:p>
        </p:txBody>
      </p:sp>
      <p:sp>
        <p:nvSpPr>
          <p:cNvPr id="3" name="Content Placeholder 2"/>
          <p:cNvSpPr>
            <a:spLocks noGrp="1"/>
          </p:cNvSpPr>
          <p:nvPr>
            <p:ph idx="1"/>
          </p:nvPr>
        </p:nvSpPr>
        <p:spPr>
          <a:xfrm>
            <a:off x="2142052" y="2350911"/>
            <a:ext cx="7269495" cy="41623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Footer Placeholder 4"/>
          <p:cNvSpPr>
            <a:spLocks noGrp="1"/>
          </p:cNvSpPr>
          <p:nvPr>
            <p:ph type="ftr" sz="quarter" idx="11"/>
          </p:nvPr>
        </p:nvSpPr>
        <p:spPr/>
        <p:txBody>
          <a:bodyPr/>
          <a:lstStyle/>
          <a:p>
            <a:pPr marL="12700">
              <a:lnSpc>
                <a:spcPct val="100000"/>
              </a:lnSpc>
            </a:pPr>
            <a:endParaRPr lang="en-US" dirty="0"/>
          </a:p>
        </p:txBody>
      </p:sp>
      <p:sp>
        <p:nvSpPr>
          <p:cNvPr id="10" name="Freeform 11"/>
          <p:cNvSpPr/>
          <p:nvPr/>
        </p:nvSpPr>
        <p:spPr bwMode="auto">
          <a:xfrm flipV="1">
            <a:off x="64" y="783631"/>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4212707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42052" y="2285860"/>
            <a:ext cx="7269495" cy="1618400"/>
          </a:xfrm>
        </p:spPr>
        <p:txBody>
          <a:bodyPr anchor="b"/>
          <a:lstStyle>
            <a:lvl1pPr algn="l">
              <a:defRPr sz="4408" b="0" cap="none"/>
            </a:lvl1pPr>
          </a:lstStyle>
          <a:p>
            <a:r>
              <a:rPr lang="en-US"/>
              <a:t>Click to edit Master title style</a:t>
            </a:r>
            <a:endParaRPr lang="en-US" dirty="0"/>
          </a:p>
        </p:txBody>
      </p:sp>
      <p:sp>
        <p:nvSpPr>
          <p:cNvPr id="3" name="Text Placeholder 2"/>
          <p:cNvSpPr>
            <a:spLocks noGrp="1"/>
          </p:cNvSpPr>
          <p:nvPr>
            <p:ph type="body" idx="1"/>
          </p:nvPr>
        </p:nvSpPr>
        <p:spPr>
          <a:xfrm>
            <a:off x="2142052" y="3946172"/>
            <a:ext cx="7269495" cy="948033"/>
          </a:xfrm>
        </p:spPr>
        <p:txBody>
          <a:bodyPr anchor="t"/>
          <a:lstStyle>
            <a:lvl1pPr marL="0" indent="0" algn="l">
              <a:buNone/>
              <a:defRPr sz="2204">
                <a:solidFill>
                  <a:schemeClr val="tx1">
                    <a:lumMod val="65000"/>
                    <a:lumOff val="35000"/>
                  </a:schemeClr>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ct val="100000"/>
              </a:lnSpc>
            </a:pPr>
            <a:fld id="{5234055F-3109-4978-B507-00E4E18FC9FA}" type="datetime1">
              <a:rPr lang="en-US" spc="-5" smtClean="0"/>
              <a:t>3/5/2025</a:t>
            </a:fld>
            <a:endParaRPr lang="en-US" spc="-5" dirty="0"/>
          </a:p>
        </p:txBody>
      </p:sp>
      <p:sp>
        <p:nvSpPr>
          <p:cNvPr id="5" name="Footer Placeholder 4"/>
          <p:cNvSpPr>
            <a:spLocks noGrp="1"/>
          </p:cNvSpPr>
          <p:nvPr>
            <p:ph type="ftr" sz="quarter" idx="11"/>
          </p:nvPr>
        </p:nvSpPr>
        <p:spPr/>
        <p:txBody>
          <a:bodyPr/>
          <a:lstStyle/>
          <a:p>
            <a:pPr marL="12700">
              <a:lnSpc>
                <a:spcPct val="100000"/>
              </a:lnSpc>
            </a:pPr>
            <a:endParaRPr lang="en-US" dirty="0"/>
          </a:p>
        </p:txBody>
      </p:sp>
      <p:sp>
        <p:nvSpPr>
          <p:cNvPr id="11" name="Freeform 11"/>
          <p:cNvSpPr/>
          <p:nvPr/>
        </p:nvSpPr>
        <p:spPr bwMode="auto">
          <a:xfrm flipV="1">
            <a:off x="64" y="3489044"/>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63771" y="3574562"/>
            <a:ext cx="645101" cy="402314"/>
          </a:xfrm>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2250732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142054" y="2354334"/>
            <a:ext cx="3526166" cy="415111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85864" y="2354334"/>
            <a:ext cx="3525683" cy="415111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marL="12700">
              <a:lnSpc>
                <a:spcPct val="100000"/>
              </a:lnSpc>
            </a:pPr>
            <a:fld id="{ACC45DD8-3696-419C-B9CB-68553BBC40E4}" type="datetime1">
              <a:rPr lang="en-US" spc="-5" smtClean="0"/>
              <a:t>3/5/2025</a:t>
            </a:fld>
            <a:endParaRPr lang="en-US" spc="-5" dirty="0"/>
          </a:p>
        </p:txBody>
      </p:sp>
      <p:sp>
        <p:nvSpPr>
          <p:cNvPr id="6" name="Footer Placeholder 5"/>
          <p:cNvSpPr>
            <a:spLocks noGrp="1"/>
          </p:cNvSpPr>
          <p:nvPr>
            <p:ph type="ftr" sz="quarter" idx="11"/>
          </p:nvPr>
        </p:nvSpPr>
        <p:spPr/>
        <p:txBody>
          <a:bodyPr/>
          <a:lstStyle/>
          <a:p>
            <a:pPr marL="12700">
              <a:lnSpc>
                <a:spcPct val="100000"/>
              </a:lnSpc>
            </a:pPr>
            <a:endParaRPr lang="en-US" dirty="0"/>
          </a:p>
        </p:txBody>
      </p:sp>
      <p:sp>
        <p:nvSpPr>
          <p:cNvPr id="9" name="Freeform 11"/>
          <p:cNvSpPr/>
          <p:nvPr/>
        </p:nvSpPr>
        <p:spPr bwMode="auto">
          <a:xfrm flipV="1">
            <a:off x="64" y="783631"/>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63771" y="868021"/>
            <a:ext cx="645101" cy="402314"/>
          </a:xfrm>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2914308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498180" y="2453412"/>
            <a:ext cx="3170041" cy="634955"/>
          </a:xfrm>
        </p:spPr>
        <p:txBody>
          <a:bodyPr anchor="b">
            <a:noAutofit/>
          </a:bodyPr>
          <a:lstStyle>
            <a:lvl1pPr marL="0" indent="0">
              <a:buNone/>
              <a:defRPr sz="2645" b="0"/>
            </a:lvl1pPr>
            <a:lvl2pPr marL="503789" indent="0">
              <a:buNone/>
              <a:defRPr sz="2204" b="1"/>
            </a:lvl2pPr>
            <a:lvl3pPr marL="1007577" indent="0">
              <a:buNone/>
              <a:defRPr sz="1983" b="1"/>
            </a:lvl3pPr>
            <a:lvl4pPr marL="1511366" indent="0">
              <a:buNone/>
              <a:defRPr sz="1763" b="1"/>
            </a:lvl4pPr>
            <a:lvl5pPr marL="2015155" indent="0">
              <a:buNone/>
              <a:defRPr sz="1763" b="1"/>
            </a:lvl5pPr>
            <a:lvl6pPr marL="2518943" indent="0">
              <a:buNone/>
              <a:defRPr sz="1763" b="1"/>
            </a:lvl6pPr>
            <a:lvl7pPr marL="3022732" indent="0">
              <a:buNone/>
              <a:defRPr sz="1763" b="1"/>
            </a:lvl7pPr>
            <a:lvl8pPr marL="3526521" indent="0">
              <a:buNone/>
              <a:defRPr sz="1763" b="1"/>
            </a:lvl8pPr>
            <a:lvl9pPr marL="4030309" indent="0">
              <a:buNone/>
              <a:defRPr sz="1763" b="1"/>
            </a:lvl9pPr>
          </a:lstStyle>
          <a:p>
            <a:pPr lvl="0"/>
            <a:r>
              <a:rPr lang="en-US"/>
              <a:t>Click to edit Master text styles</a:t>
            </a:r>
          </a:p>
        </p:txBody>
      </p:sp>
      <p:sp>
        <p:nvSpPr>
          <p:cNvPr id="4" name="Content Placeholder 3"/>
          <p:cNvSpPr>
            <a:spLocks noGrp="1"/>
          </p:cNvSpPr>
          <p:nvPr>
            <p:ph sz="half" idx="2"/>
          </p:nvPr>
        </p:nvSpPr>
        <p:spPr>
          <a:xfrm>
            <a:off x="2142052" y="3088368"/>
            <a:ext cx="3526167" cy="34220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37482" y="2449855"/>
            <a:ext cx="3168544" cy="634955"/>
          </a:xfrm>
        </p:spPr>
        <p:txBody>
          <a:bodyPr anchor="b">
            <a:noAutofit/>
          </a:bodyPr>
          <a:lstStyle>
            <a:lvl1pPr marL="0" indent="0">
              <a:buNone/>
              <a:defRPr sz="2645" b="0"/>
            </a:lvl1pPr>
            <a:lvl2pPr marL="503789" indent="0">
              <a:buNone/>
              <a:defRPr sz="2204" b="1"/>
            </a:lvl2pPr>
            <a:lvl3pPr marL="1007577" indent="0">
              <a:buNone/>
              <a:defRPr sz="1983" b="1"/>
            </a:lvl3pPr>
            <a:lvl4pPr marL="1511366" indent="0">
              <a:buNone/>
              <a:defRPr sz="1763" b="1"/>
            </a:lvl4pPr>
            <a:lvl5pPr marL="2015155" indent="0">
              <a:buNone/>
              <a:defRPr sz="1763" b="1"/>
            </a:lvl5pPr>
            <a:lvl6pPr marL="2518943" indent="0">
              <a:buNone/>
              <a:defRPr sz="1763" b="1"/>
            </a:lvl6pPr>
            <a:lvl7pPr marL="3022732" indent="0">
              <a:buNone/>
              <a:defRPr sz="1763" b="1"/>
            </a:lvl7pPr>
            <a:lvl8pPr marL="3526521" indent="0">
              <a:buNone/>
              <a:defRPr sz="1763" b="1"/>
            </a:lvl8pPr>
            <a:lvl9pPr marL="4030309" indent="0">
              <a:buNone/>
              <a:defRPr sz="1763" b="1"/>
            </a:lvl9pPr>
          </a:lstStyle>
          <a:p>
            <a:pPr lvl="0"/>
            <a:r>
              <a:rPr lang="en-US"/>
              <a:t>Click to edit Master text styles</a:t>
            </a:r>
          </a:p>
        </p:txBody>
      </p:sp>
      <p:sp>
        <p:nvSpPr>
          <p:cNvPr id="6" name="Content Placeholder 5"/>
          <p:cNvSpPr>
            <a:spLocks noGrp="1"/>
          </p:cNvSpPr>
          <p:nvPr>
            <p:ph sz="quarter" idx="4"/>
          </p:nvPr>
        </p:nvSpPr>
        <p:spPr>
          <a:xfrm>
            <a:off x="5881902" y="3084811"/>
            <a:ext cx="3524125" cy="34220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marL="12700">
              <a:lnSpc>
                <a:spcPct val="100000"/>
              </a:lnSpc>
            </a:pPr>
            <a:fld id="{7506CCCA-F4F9-4815-90E6-A1FE31CF44EA}" type="datetime1">
              <a:rPr lang="en-US" spc="-5" smtClean="0"/>
              <a:t>3/5/2025</a:t>
            </a:fld>
            <a:endParaRPr lang="en-US" spc="-5" dirty="0"/>
          </a:p>
        </p:txBody>
      </p:sp>
      <p:sp>
        <p:nvSpPr>
          <p:cNvPr id="8" name="Footer Placeholder 7"/>
          <p:cNvSpPr>
            <a:spLocks noGrp="1"/>
          </p:cNvSpPr>
          <p:nvPr>
            <p:ph type="ftr" sz="quarter" idx="11"/>
          </p:nvPr>
        </p:nvSpPr>
        <p:spPr/>
        <p:txBody>
          <a:bodyPr/>
          <a:lstStyle/>
          <a:p>
            <a:pPr marL="12700">
              <a:lnSpc>
                <a:spcPct val="100000"/>
              </a:lnSpc>
            </a:pPr>
            <a:endParaRPr lang="en-US" dirty="0"/>
          </a:p>
        </p:txBody>
      </p:sp>
      <p:sp>
        <p:nvSpPr>
          <p:cNvPr id="11" name="Freeform 11"/>
          <p:cNvSpPr/>
          <p:nvPr/>
        </p:nvSpPr>
        <p:spPr bwMode="auto">
          <a:xfrm flipV="1">
            <a:off x="64" y="783631"/>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63771" y="868021"/>
            <a:ext cx="645101" cy="402314"/>
          </a:xfrm>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249974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145124" y="687677"/>
            <a:ext cx="7266423" cy="1411351"/>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12700">
              <a:lnSpc>
                <a:spcPct val="100000"/>
              </a:lnSpc>
            </a:pPr>
            <a:fld id="{0B156818-C895-4865-A06A-FA365321A380}" type="datetime1">
              <a:rPr lang="en-US" spc="-5" smtClean="0"/>
              <a:t>3/5/2025</a:t>
            </a:fld>
            <a:endParaRPr lang="en-US" spc="-5" dirty="0"/>
          </a:p>
        </p:txBody>
      </p:sp>
      <p:sp>
        <p:nvSpPr>
          <p:cNvPr id="4" name="Footer Placeholder 3"/>
          <p:cNvSpPr>
            <a:spLocks noGrp="1"/>
          </p:cNvSpPr>
          <p:nvPr>
            <p:ph type="ftr" sz="quarter" idx="11"/>
          </p:nvPr>
        </p:nvSpPr>
        <p:spPr/>
        <p:txBody>
          <a:bodyPr/>
          <a:lstStyle/>
          <a:p>
            <a:pPr marL="12700">
              <a:lnSpc>
                <a:spcPct val="100000"/>
              </a:lnSpc>
            </a:pPr>
            <a:endParaRPr lang="en-US" dirty="0"/>
          </a:p>
        </p:txBody>
      </p:sp>
      <p:sp>
        <p:nvSpPr>
          <p:cNvPr id="8" name="Freeform 11"/>
          <p:cNvSpPr/>
          <p:nvPr/>
        </p:nvSpPr>
        <p:spPr bwMode="auto">
          <a:xfrm flipV="1">
            <a:off x="64" y="783631"/>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253805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12700">
              <a:lnSpc>
                <a:spcPct val="100000"/>
              </a:lnSpc>
            </a:pPr>
            <a:fld id="{5F09379D-0AEC-48B6-B5F9-C80C6A69EC43}" type="datetime1">
              <a:rPr lang="en-US" spc="-5" smtClean="0"/>
              <a:t>3/5/2025</a:t>
            </a:fld>
            <a:endParaRPr lang="en-US" spc="-5" dirty="0"/>
          </a:p>
        </p:txBody>
      </p:sp>
      <p:sp>
        <p:nvSpPr>
          <p:cNvPr id="3" name="Footer Placeholder 2"/>
          <p:cNvSpPr>
            <a:spLocks noGrp="1"/>
          </p:cNvSpPr>
          <p:nvPr>
            <p:ph type="ftr" sz="quarter" idx="11"/>
          </p:nvPr>
        </p:nvSpPr>
        <p:spPr/>
        <p:txBody>
          <a:bodyPr/>
          <a:lstStyle/>
          <a:p>
            <a:pPr marL="12700">
              <a:lnSpc>
                <a:spcPct val="100000"/>
              </a:lnSpc>
            </a:pPr>
            <a:endParaRPr lang="en-US" dirty="0"/>
          </a:p>
        </p:txBody>
      </p:sp>
      <p:sp>
        <p:nvSpPr>
          <p:cNvPr id="6" name="Freeform 11"/>
          <p:cNvSpPr/>
          <p:nvPr/>
        </p:nvSpPr>
        <p:spPr bwMode="auto">
          <a:xfrm flipV="1">
            <a:off x="64" y="783631"/>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212488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2052" y="491523"/>
            <a:ext cx="2899847" cy="1075751"/>
          </a:xfrm>
        </p:spPr>
        <p:txBody>
          <a:bodyPr anchor="b"/>
          <a:lstStyle>
            <a:lvl1pPr algn="l">
              <a:defRPr sz="2204" b="0"/>
            </a:lvl1pPr>
          </a:lstStyle>
          <a:p>
            <a:r>
              <a:rPr lang="en-US"/>
              <a:t>Click to edit Master title style</a:t>
            </a:r>
            <a:endParaRPr lang="en-US" dirty="0"/>
          </a:p>
        </p:txBody>
      </p:sp>
      <p:sp>
        <p:nvSpPr>
          <p:cNvPr id="3" name="Content Placeholder 2"/>
          <p:cNvSpPr>
            <a:spLocks noGrp="1"/>
          </p:cNvSpPr>
          <p:nvPr>
            <p:ph idx="1"/>
          </p:nvPr>
        </p:nvSpPr>
        <p:spPr>
          <a:xfrm>
            <a:off x="5231020" y="491525"/>
            <a:ext cx="4180527" cy="5966487"/>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42052" y="1761435"/>
            <a:ext cx="2899847" cy="4696573"/>
          </a:xfrm>
        </p:spPr>
        <p:txBody>
          <a:bodyPr/>
          <a:lstStyle>
            <a:lvl1pPr marL="0" indent="0">
              <a:buNone/>
              <a:defRPr sz="1543"/>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ct val="100000"/>
              </a:lnSpc>
            </a:pPr>
            <a:fld id="{1956965F-1B6E-4F69-B7F2-AB36A2A19FAA}" type="datetime1">
              <a:rPr lang="en-US" spc="-5" smtClean="0"/>
              <a:t>3/5/2025</a:t>
            </a:fld>
            <a:endParaRPr lang="en-US" spc="-5" dirty="0"/>
          </a:p>
        </p:txBody>
      </p:sp>
      <p:sp>
        <p:nvSpPr>
          <p:cNvPr id="6" name="Footer Placeholder 5"/>
          <p:cNvSpPr>
            <a:spLocks noGrp="1"/>
          </p:cNvSpPr>
          <p:nvPr>
            <p:ph type="ftr" sz="quarter" idx="11"/>
          </p:nvPr>
        </p:nvSpPr>
        <p:spPr/>
        <p:txBody>
          <a:bodyPr/>
          <a:lstStyle/>
          <a:p>
            <a:pPr marL="12700">
              <a:lnSpc>
                <a:spcPct val="100000"/>
              </a:lnSpc>
            </a:pPr>
            <a:endParaRPr lang="en-US" dirty="0"/>
          </a:p>
        </p:txBody>
      </p:sp>
      <p:sp>
        <p:nvSpPr>
          <p:cNvPr id="10" name="Freeform 11"/>
          <p:cNvSpPr/>
          <p:nvPr/>
        </p:nvSpPr>
        <p:spPr bwMode="auto">
          <a:xfrm flipV="1">
            <a:off x="64" y="783631"/>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769181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42052" y="5289550"/>
            <a:ext cx="7269495" cy="624461"/>
          </a:xfrm>
        </p:spPr>
        <p:txBody>
          <a:bodyPr anchor="b">
            <a:normAutofit/>
          </a:bodyPr>
          <a:lstStyle>
            <a:lvl1pPr algn="l">
              <a:defRPr sz="2645"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142052" y="699637"/>
            <a:ext cx="7269495" cy="4247606"/>
          </a:xfrm>
        </p:spPr>
        <p:txBody>
          <a:bodyPr anchor="t">
            <a:normAutofit/>
          </a:bodyPr>
          <a:lstStyle>
            <a:lvl1pPr marL="0" indent="0" algn="ctr">
              <a:buNone/>
              <a:defRPr sz="1763"/>
            </a:lvl1pPr>
            <a:lvl2pPr marL="503789" indent="0">
              <a:buNone/>
              <a:defRPr sz="1763"/>
            </a:lvl2pPr>
            <a:lvl3pPr marL="1007577" indent="0">
              <a:buNone/>
              <a:defRPr sz="1763"/>
            </a:lvl3pPr>
            <a:lvl4pPr marL="1511366" indent="0">
              <a:buNone/>
              <a:defRPr sz="1763"/>
            </a:lvl4pPr>
            <a:lvl5pPr marL="2015155" indent="0">
              <a:buNone/>
              <a:defRPr sz="1763"/>
            </a:lvl5pPr>
            <a:lvl6pPr marL="2518943" indent="0">
              <a:buNone/>
              <a:defRPr sz="1763"/>
            </a:lvl6pPr>
            <a:lvl7pPr marL="3022732" indent="0">
              <a:buNone/>
              <a:defRPr sz="1763"/>
            </a:lvl7pPr>
            <a:lvl8pPr marL="3526521" indent="0">
              <a:buNone/>
              <a:defRPr sz="1763"/>
            </a:lvl8pPr>
            <a:lvl9pPr marL="4030309" indent="0">
              <a:buNone/>
              <a:defRPr sz="1763"/>
            </a:lvl9pPr>
          </a:lstStyle>
          <a:p>
            <a:r>
              <a:rPr lang="en-US" dirty="0"/>
              <a:t>Click icon to add picture</a:t>
            </a:r>
          </a:p>
        </p:txBody>
      </p:sp>
      <p:sp>
        <p:nvSpPr>
          <p:cNvPr id="4" name="Text Placeholder 3"/>
          <p:cNvSpPr>
            <a:spLocks noGrp="1"/>
          </p:cNvSpPr>
          <p:nvPr>
            <p:ph type="body" sz="half" idx="2"/>
          </p:nvPr>
        </p:nvSpPr>
        <p:spPr>
          <a:xfrm>
            <a:off x="2142052" y="5914012"/>
            <a:ext cx="7269495" cy="543997"/>
          </a:xfrm>
        </p:spPr>
        <p:txBody>
          <a:bodyPr>
            <a:normAutofit/>
          </a:bodyPr>
          <a:lstStyle>
            <a:lvl1pPr marL="0" indent="0">
              <a:buNone/>
              <a:defRPr sz="1322"/>
            </a:lvl1pPr>
            <a:lvl2pPr marL="503789" indent="0">
              <a:buNone/>
              <a:defRPr sz="1322"/>
            </a:lvl2pPr>
            <a:lvl3pPr marL="1007577" indent="0">
              <a:buNone/>
              <a:defRPr sz="1102"/>
            </a:lvl3pPr>
            <a:lvl4pPr marL="1511366" indent="0">
              <a:buNone/>
              <a:defRPr sz="992"/>
            </a:lvl4pPr>
            <a:lvl5pPr marL="2015155" indent="0">
              <a:buNone/>
              <a:defRPr sz="992"/>
            </a:lvl5pPr>
            <a:lvl6pPr marL="2518943" indent="0">
              <a:buNone/>
              <a:defRPr sz="992"/>
            </a:lvl6pPr>
            <a:lvl7pPr marL="3022732" indent="0">
              <a:buNone/>
              <a:defRPr sz="992"/>
            </a:lvl7pPr>
            <a:lvl8pPr marL="3526521" indent="0">
              <a:buNone/>
              <a:defRPr sz="992"/>
            </a:lvl8pPr>
            <a:lvl9pPr marL="4030309" indent="0">
              <a:buNone/>
              <a:defRPr sz="992"/>
            </a:lvl9pPr>
          </a:lstStyle>
          <a:p>
            <a:pPr lvl="0"/>
            <a:r>
              <a:rPr lang="en-US"/>
              <a:t>Click to edit Master text styles</a:t>
            </a:r>
          </a:p>
        </p:txBody>
      </p:sp>
      <p:sp>
        <p:nvSpPr>
          <p:cNvPr id="5" name="Date Placeholder 4"/>
          <p:cNvSpPr>
            <a:spLocks noGrp="1"/>
          </p:cNvSpPr>
          <p:nvPr>
            <p:ph type="dt" sz="half" idx="10"/>
          </p:nvPr>
        </p:nvSpPr>
        <p:spPr/>
        <p:txBody>
          <a:bodyPr/>
          <a:lstStyle/>
          <a:p>
            <a:pPr marL="12700">
              <a:lnSpc>
                <a:spcPct val="100000"/>
              </a:lnSpc>
            </a:pPr>
            <a:fld id="{6071834F-93D9-4A09-924E-17658244042C}" type="datetime1">
              <a:rPr lang="en-US" spc="-5" smtClean="0"/>
              <a:t>3/5/2025</a:t>
            </a:fld>
            <a:endParaRPr lang="en-US" spc="-5" dirty="0"/>
          </a:p>
        </p:txBody>
      </p:sp>
      <p:sp>
        <p:nvSpPr>
          <p:cNvPr id="6" name="Footer Placeholder 5"/>
          <p:cNvSpPr>
            <a:spLocks noGrp="1"/>
          </p:cNvSpPr>
          <p:nvPr>
            <p:ph type="ftr" sz="quarter" idx="11"/>
          </p:nvPr>
        </p:nvSpPr>
        <p:spPr/>
        <p:txBody>
          <a:bodyPr/>
          <a:lstStyle/>
          <a:p>
            <a:pPr marL="12700">
              <a:lnSpc>
                <a:spcPct val="100000"/>
              </a:lnSpc>
            </a:pPr>
            <a:endParaRPr lang="en-US" dirty="0"/>
          </a:p>
        </p:txBody>
      </p:sp>
      <p:sp>
        <p:nvSpPr>
          <p:cNvPr id="10" name="Freeform 11"/>
          <p:cNvSpPr/>
          <p:nvPr/>
        </p:nvSpPr>
        <p:spPr bwMode="auto">
          <a:xfrm flipV="1">
            <a:off x="64" y="5410820"/>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63771" y="5490625"/>
            <a:ext cx="645101" cy="402314"/>
          </a:xfrm>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86331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142052" y="671689"/>
            <a:ext cx="7269495" cy="3434516"/>
          </a:xfrm>
        </p:spPr>
        <p:txBody>
          <a:bodyPr anchor="ctr">
            <a:normAutofit/>
          </a:bodyPr>
          <a:lstStyle>
            <a:lvl1pPr algn="l">
              <a:defRPr sz="5289" b="0" cap="none"/>
            </a:lvl1pPr>
          </a:lstStyle>
          <a:p>
            <a:r>
              <a:rPr lang="en-US"/>
              <a:t>Click to edit Master title style</a:t>
            </a:r>
            <a:endParaRPr lang="en-US" dirty="0"/>
          </a:p>
        </p:txBody>
      </p:sp>
      <p:sp>
        <p:nvSpPr>
          <p:cNvPr id="3" name="Text Placeholder 2"/>
          <p:cNvSpPr>
            <a:spLocks noGrp="1"/>
          </p:cNvSpPr>
          <p:nvPr>
            <p:ph type="body" idx="1"/>
          </p:nvPr>
        </p:nvSpPr>
        <p:spPr>
          <a:xfrm>
            <a:off x="2142052" y="4797513"/>
            <a:ext cx="7269495" cy="1714332"/>
          </a:xfrm>
        </p:spPr>
        <p:txBody>
          <a:bodyPr anchor="ctr">
            <a:normAutofit/>
          </a:bodyPr>
          <a:lstStyle>
            <a:lvl1pPr marL="0" indent="0" algn="l">
              <a:buNone/>
              <a:defRPr sz="1983">
                <a:solidFill>
                  <a:schemeClr val="tx1">
                    <a:lumMod val="65000"/>
                    <a:lumOff val="35000"/>
                  </a:schemeClr>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ct val="100000"/>
              </a:lnSpc>
            </a:pPr>
            <a:fld id="{44A0AF12-8FFF-483B-9746-3E9E155F2113}" type="datetime1">
              <a:rPr lang="en-US" spc="-5" smtClean="0"/>
              <a:t>3/5/2025</a:t>
            </a:fld>
            <a:endParaRPr lang="en-US" spc="-5" dirty="0"/>
          </a:p>
        </p:txBody>
      </p:sp>
      <p:sp>
        <p:nvSpPr>
          <p:cNvPr id="5" name="Footer Placeholder 4"/>
          <p:cNvSpPr>
            <a:spLocks noGrp="1"/>
          </p:cNvSpPr>
          <p:nvPr>
            <p:ph type="ftr" sz="quarter" idx="11"/>
          </p:nvPr>
        </p:nvSpPr>
        <p:spPr/>
        <p:txBody>
          <a:bodyPr/>
          <a:lstStyle/>
          <a:p>
            <a:pPr marL="12700">
              <a:lnSpc>
                <a:spcPct val="100000"/>
              </a:lnSpc>
            </a:pPr>
            <a:endParaRPr lang="en-US" dirty="0"/>
          </a:p>
        </p:txBody>
      </p:sp>
      <p:sp>
        <p:nvSpPr>
          <p:cNvPr id="10" name="Freeform 11"/>
          <p:cNvSpPr/>
          <p:nvPr/>
        </p:nvSpPr>
        <p:spPr bwMode="auto">
          <a:xfrm flipV="1">
            <a:off x="64" y="3489044"/>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63771" y="3574562"/>
            <a:ext cx="645101" cy="402314"/>
          </a:xfrm>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137959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13014" y="671689"/>
            <a:ext cx="6737517" cy="3190522"/>
          </a:xfrm>
        </p:spPr>
        <p:txBody>
          <a:bodyPr anchor="ctr">
            <a:normAutofit/>
          </a:bodyPr>
          <a:lstStyle>
            <a:lvl1pPr algn="l">
              <a:defRPr sz="5289"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664280" y="3862211"/>
            <a:ext cx="6234982" cy="419806"/>
          </a:xfrm>
        </p:spPr>
        <p:txBody>
          <a:bodyPr anchor="ctr">
            <a:noAutofit/>
          </a:bodyPr>
          <a:lstStyle>
            <a:lvl1pPr marL="0" indent="0">
              <a:buFontTx/>
              <a:buNone/>
              <a:defRPr sz="1763">
                <a:solidFill>
                  <a:schemeClr val="tx1">
                    <a:lumMod val="50000"/>
                    <a:lumOff val="50000"/>
                  </a:schemeClr>
                </a:solidFill>
              </a:defRPr>
            </a:lvl1pPr>
            <a:lvl2pPr marL="503789" indent="0">
              <a:buFontTx/>
              <a:buNone/>
              <a:defRPr/>
            </a:lvl2pPr>
            <a:lvl3pPr marL="1007577" indent="0">
              <a:buFontTx/>
              <a:buNone/>
              <a:defRPr/>
            </a:lvl3pPr>
            <a:lvl4pPr marL="1511366" indent="0">
              <a:buFontTx/>
              <a:buNone/>
              <a:defRPr/>
            </a:lvl4pPr>
            <a:lvl5pPr marL="2015155" indent="0">
              <a:buFontTx/>
              <a:buNone/>
              <a:defRPr/>
            </a:lvl5pPr>
          </a:lstStyle>
          <a:p>
            <a:pPr lvl="0"/>
            <a:r>
              <a:rPr lang="en-US"/>
              <a:t>Click to edit Master text styles</a:t>
            </a:r>
          </a:p>
        </p:txBody>
      </p:sp>
      <p:sp>
        <p:nvSpPr>
          <p:cNvPr id="3" name="Text Placeholder 2"/>
          <p:cNvSpPr>
            <a:spLocks noGrp="1"/>
          </p:cNvSpPr>
          <p:nvPr>
            <p:ph type="body" idx="1"/>
          </p:nvPr>
        </p:nvSpPr>
        <p:spPr>
          <a:xfrm>
            <a:off x="2142052" y="4797513"/>
            <a:ext cx="7269495" cy="1714332"/>
          </a:xfrm>
        </p:spPr>
        <p:txBody>
          <a:bodyPr anchor="ctr">
            <a:normAutofit/>
          </a:bodyPr>
          <a:lstStyle>
            <a:lvl1pPr marL="0" indent="0" algn="l">
              <a:buNone/>
              <a:defRPr sz="1983">
                <a:solidFill>
                  <a:schemeClr val="tx1">
                    <a:lumMod val="65000"/>
                    <a:lumOff val="35000"/>
                  </a:schemeClr>
                </a:solidFill>
              </a:defRPr>
            </a:lvl1pPr>
            <a:lvl2pPr marL="503789" indent="0">
              <a:buNone/>
              <a:defRPr sz="1983">
                <a:solidFill>
                  <a:schemeClr val="tx1">
                    <a:tint val="75000"/>
                  </a:schemeClr>
                </a:solidFill>
              </a:defRPr>
            </a:lvl2pPr>
            <a:lvl3pPr marL="1007577" indent="0">
              <a:buNone/>
              <a:defRPr sz="1763">
                <a:solidFill>
                  <a:schemeClr val="tx1">
                    <a:tint val="75000"/>
                  </a:schemeClr>
                </a:solidFill>
              </a:defRPr>
            </a:lvl3pPr>
            <a:lvl4pPr marL="1511366" indent="0">
              <a:buNone/>
              <a:defRPr sz="1543">
                <a:solidFill>
                  <a:schemeClr val="tx1">
                    <a:tint val="75000"/>
                  </a:schemeClr>
                </a:solidFill>
              </a:defRPr>
            </a:lvl4pPr>
            <a:lvl5pPr marL="2015155" indent="0">
              <a:buNone/>
              <a:defRPr sz="1543">
                <a:solidFill>
                  <a:schemeClr val="tx1">
                    <a:tint val="75000"/>
                  </a:schemeClr>
                </a:solidFill>
              </a:defRPr>
            </a:lvl5pPr>
            <a:lvl6pPr marL="2518943" indent="0">
              <a:buNone/>
              <a:defRPr sz="1543">
                <a:solidFill>
                  <a:schemeClr val="tx1">
                    <a:tint val="75000"/>
                  </a:schemeClr>
                </a:solidFill>
              </a:defRPr>
            </a:lvl6pPr>
            <a:lvl7pPr marL="3022732" indent="0">
              <a:buNone/>
              <a:defRPr sz="1543">
                <a:solidFill>
                  <a:schemeClr val="tx1">
                    <a:tint val="75000"/>
                  </a:schemeClr>
                </a:solidFill>
              </a:defRPr>
            </a:lvl7pPr>
            <a:lvl8pPr marL="3526521" indent="0">
              <a:buNone/>
              <a:defRPr sz="1543">
                <a:solidFill>
                  <a:schemeClr val="tx1">
                    <a:tint val="75000"/>
                  </a:schemeClr>
                </a:solidFill>
              </a:defRPr>
            </a:lvl8pPr>
            <a:lvl9pPr marL="4030309"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12700">
              <a:lnSpc>
                <a:spcPct val="100000"/>
              </a:lnSpc>
            </a:pPr>
            <a:fld id="{94D66583-8A93-472F-83B1-2ABABA3E94B2}" type="datetime1">
              <a:rPr lang="en-US" spc="-5" smtClean="0"/>
              <a:t>3/5/2025</a:t>
            </a:fld>
            <a:endParaRPr lang="en-US" spc="-5" dirty="0"/>
          </a:p>
        </p:txBody>
      </p:sp>
      <p:sp>
        <p:nvSpPr>
          <p:cNvPr id="5" name="Footer Placeholder 4"/>
          <p:cNvSpPr>
            <a:spLocks noGrp="1"/>
          </p:cNvSpPr>
          <p:nvPr>
            <p:ph type="ftr" sz="quarter" idx="11"/>
          </p:nvPr>
        </p:nvSpPr>
        <p:spPr/>
        <p:txBody>
          <a:bodyPr/>
          <a:lstStyle/>
          <a:p>
            <a:pPr marL="12700">
              <a:lnSpc>
                <a:spcPct val="100000"/>
              </a:lnSpc>
            </a:pPr>
            <a:endParaRPr lang="en-US" dirty="0"/>
          </a:p>
        </p:txBody>
      </p:sp>
      <p:sp>
        <p:nvSpPr>
          <p:cNvPr id="19" name="Freeform 11"/>
          <p:cNvSpPr/>
          <p:nvPr/>
        </p:nvSpPr>
        <p:spPr bwMode="auto">
          <a:xfrm flipV="1">
            <a:off x="64" y="3489044"/>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63771" y="3574562"/>
            <a:ext cx="645101" cy="402314"/>
          </a:xfrm>
        </p:spPr>
        <p:txBody>
          <a:bodyPr/>
          <a:lstStyle/>
          <a:p>
            <a:fld id="{B6F15528-21DE-4FAA-801E-634DDDAF4B2B}" type="slidenum">
              <a:rPr lang="en-US" smtClean="0"/>
              <a:t>‹#›</a:t>
            </a:fld>
            <a:endParaRPr lang="en-US" dirty="0"/>
          </a:p>
        </p:txBody>
      </p:sp>
      <p:sp>
        <p:nvSpPr>
          <p:cNvPr id="14" name="TextBox 13"/>
          <p:cNvSpPr txBox="1"/>
          <p:nvPr/>
        </p:nvSpPr>
        <p:spPr>
          <a:xfrm>
            <a:off x="1994171" y="714005"/>
            <a:ext cx="504321" cy="644337"/>
          </a:xfrm>
          <a:prstGeom prst="rect">
            <a:avLst/>
          </a:prstGeom>
        </p:spPr>
        <p:txBody>
          <a:bodyPr vert="horz" lIns="100753" tIns="50377" rIns="100753" bIns="50377" rtlCol="0" anchor="ctr">
            <a:noAutofit/>
          </a:bodyPr>
          <a:lstStyle/>
          <a:p>
            <a:pPr lvl="0"/>
            <a:r>
              <a:rPr lang="en-US" sz="8815" baseline="0" dirty="0">
                <a:ln w="3175" cmpd="sng">
                  <a:noFill/>
                </a:ln>
                <a:solidFill>
                  <a:schemeClr val="accent1"/>
                </a:solidFill>
                <a:effectLst/>
                <a:latin typeface="Arial"/>
              </a:rPr>
              <a:t>“</a:t>
            </a:r>
          </a:p>
        </p:txBody>
      </p:sp>
      <p:sp>
        <p:nvSpPr>
          <p:cNvPr id="15" name="TextBox 14"/>
          <p:cNvSpPr txBox="1"/>
          <p:nvPr/>
        </p:nvSpPr>
        <p:spPr>
          <a:xfrm>
            <a:off x="9009180" y="3201217"/>
            <a:ext cx="504321" cy="644337"/>
          </a:xfrm>
          <a:prstGeom prst="rect">
            <a:avLst/>
          </a:prstGeom>
        </p:spPr>
        <p:txBody>
          <a:bodyPr vert="horz" lIns="100753" tIns="50377" rIns="100753" bIns="50377" rtlCol="0" anchor="ctr">
            <a:noAutofit/>
          </a:bodyPr>
          <a:lstStyle/>
          <a:p>
            <a:pPr lvl="0"/>
            <a:r>
              <a:rPr lang="en-US" sz="8815"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86021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142052" y="2686757"/>
            <a:ext cx="7269495" cy="3002376"/>
          </a:xfrm>
        </p:spPr>
        <p:txBody>
          <a:bodyPr anchor="b">
            <a:normAutofit/>
          </a:bodyPr>
          <a:lstStyle>
            <a:lvl1pPr algn="l">
              <a:defRPr sz="5289" b="0"/>
            </a:lvl1pPr>
          </a:lstStyle>
          <a:p>
            <a:r>
              <a:rPr lang="en-US"/>
              <a:t>Click to edit Master title style</a:t>
            </a:r>
            <a:endParaRPr lang="en-US" dirty="0"/>
          </a:p>
        </p:txBody>
      </p:sp>
      <p:sp>
        <p:nvSpPr>
          <p:cNvPr id="4" name="Text Placeholder 3"/>
          <p:cNvSpPr>
            <a:spLocks noGrp="1"/>
          </p:cNvSpPr>
          <p:nvPr>
            <p:ph type="body" sz="half" idx="2"/>
          </p:nvPr>
        </p:nvSpPr>
        <p:spPr>
          <a:xfrm>
            <a:off x="2142052" y="5709356"/>
            <a:ext cx="7269495" cy="80393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marL="12700">
              <a:lnSpc>
                <a:spcPct val="100000"/>
              </a:lnSpc>
            </a:pPr>
            <a:fld id="{67C6EF1F-92F9-4A97-9BA5-1EC074688C14}" type="datetime1">
              <a:rPr lang="en-US" spc="-5" smtClean="0"/>
              <a:t>3/5/2025</a:t>
            </a:fld>
            <a:endParaRPr lang="en-US" spc="-5" dirty="0"/>
          </a:p>
        </p:txBody>
      </p:sp>
      <p:sp>
        <p:nvSpPr>
          <p:cNvPr id="6" name="Footer Placeholder 5"/>
          <p:cNvSpPr>
            <a:spLocks noGrp="1"/>
          </p:cNvSpPr>
          <p:nvPr>
            <p:ph type="ftr" sz="quarter" idx="11"/>
          </p:nvPr>
        </p:nvSpPr>
        <p:spPr/>
        <p:txBody>
          <a:bodyPr/>
          <a:lstStyle/>
          <a:p>
            <a:pPr marL="12700">
              <a:lnSpc>
                <a:spcPct val="100000"/>
              </a:lnSpc>
            </a:pPr>
            <a:endParaRPr lang="en-US" dirty="0"/>
          </a:p>
        </p:txBody>
      </p:sp>
      <p:sp>
        <p:nvSpPr>
          <p:cNvPr id="11" name="Freeform 11"/>
          <p:cNvSpPr/>
          <p:nvPr/>
        </p:nvSpPr>
        <p:spPr bwMode="auto">
          <a:xfrm flipV="1">
            <a:off x="64" y="5410820"/>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63771" y="5490625"/>
            <a:ext cx="645101" cy="402314"/>
          </a:xfrm>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10902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413014" y="671689"/>
            <a:ext cx="6737517" cy="3190522"/>
          </a:xfrm>
        </p:spPr>
        <p:txBody>
          <a:bodyPr anchor="ctr">
            <a:normAutofit/>
          </a:bodyPr>
          <a:lstStyle>
            <a:lvl1pPr algn="l">
              <a:defRPr sz="5289"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142052" y="4785783"/>
            <a:ext cx="7375700" cy="923572"/>
          </a:xfrm>
        </p:spPr>
        <p:txBody>
          <a:bodyPr anchor="b">
            <a:noAutofit/>
          </a:bodyPr>
          <a:lstStyle>
            <a:lvl1pPr marL="0" indent="0">
              <a:buFontTx/>
              <a:buNone/>
              <a:defRPr sz="2645">
                <a:solidFill>
                  <a:schemeClr val="accent1"/>
                </a:solidFill>
              </a:defRPr>
            </a:lvl1pPr>
            <a:lvl2pPr marL="503789" indent="0">
              <a:buFontTx/>
              <a:buNone/>
              <a:defRPr/>
            </a:lvl2pPr>
            <a:lvl3pPr marL="1007577" indent="0">
              <a:buFontTx/>
              <a:buNone/>
              <a:defRPr/>
            </a:lvl3pPr>
            <a:lvl4pPr marL="1511366" indent="0">
              <a:buFontTx/>
              <a:buNone/>
              <a:defRPr/>
            </a:lvl4pPr>
            <a:lvl5pPr marL="2015155"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142052" y="5709356"/>
            <a:ext cx="7375700" cy="80393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marL="12700">
              <a:lnSpc>
                <a:spcPct val="100000"/>
              </a:lnSpc>
            </a:pPr>
            <a:fld id="{99A9AFD1-7135-412D-BCB1-05FE092CA71C}" type="datetime1">
              <a:rPr lang="en-US" spc="-5" smtClean="0"/>
              <a:t>3/5/2025</a:t>
            </a:fld>
            <a:endParaRPr lang="en-US" spc="-5" dirty="0"/>
          </a:p>
        </p:txBody>
      </p:sp>
      <p:sp>
        <p:nvSpPr>
          <p:cNvPr id="6" name="Footer Placeholder 5"/>
          <p:cNvSpPr>
            <a:spLocks noGrp="1"/>
          </p:cNvSpPr>
          <p:nvPr>
            <p:ph type="ftr" sz="quarter" idx="11"/>
          </p:nvPr>
        </p:nvSpPr>
        <p:spPr/>
        <p:txBody>
          <a:bodyPr/>
          <a:lstStyle/>
          <a:p>
            <a:pPr marL="12700">
              <a:lnSpc>
                <a:spcPct val="100000"/>
              </a:lnSpc>
            </a:pPr>
            <a:endParaRPr lang="en-US" dirty="0"/>
          </a:p>
        </p:txBody>
      </p:sp>
      <p:sp>
        <p:nvSpPr>
          <p:cNvPr id="20" name="Freeform 11"/>
          <p:cNvSpPr/>
          <p:nvPr/>
        </p:nvSpPr>
        <p:spPr bwMode="auto">
          <a:xfrm flipV="1">
            <a:off x="64" y="5410820"/>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63771" y="5490625"/>
            <a:ext cx="645101" cy="402314"/>
          </a:xfrm>
        </p:spPr>
        <p:txBody>
          <a:bodyPr/>
          <a:lstStyle/>
          <a:p>
            <a:fld id="{B6F15528-21DE-4FAA-801E-634DDDAF4B2B}" type="slidenum">
              <a:rPr lang="en-US" smtClean="0"/>
              <a:t>‹#›</a:t>
            </a:fld>
            <a:endParaRPr lang="en-US" dirty="0"/>
          </a:p>
        </p:txBody>
      </p:sp>
      <p:sp>
        <p:nvSpPr>
          <p:cNvPr id="11" name="TextBox 10"/>
          <p:cNvSpPr txBox="1"/>
          <p:nvPr/>
        </p:nvSpPr>
        <p:spPr>
          <a:xfrm>
            <a:off x="1994171" y="714005"/>
            <a:ext cx="504321" cy="644337"/>
          </a:xfrm>
          <a:prstGeom prst="rect">
            <a:avLst/>
          </a:prstGeom>
        </p:spPr>
        <p:txBody>
          <a:bodyPr vert="horz" lIns="100753" tIns="50377" rIns="100753" bIns="50377" rtlCol="0" anchor="ctr">
            <a:noAutofit/>
          </a:bodyPr>
          <a:lstStyle/>
          <a:p>
            <a:pPr lvl="0"/>
            <a:r>
              <a:rPr lang="en-US" sz="8815" baseline="0" dirty="0">
                <a:ln w="3175" cmpd="sng">
                  <a:noFill/>
                </a:ln>
                <a:solidFill>
                  <a:schemeClr val="accent1"/>
                </a:solidFill>
                <a:effectLst/>
                <a:latin typeface="Arial"/>
              </a:rPr>
              <a:t>“</a:t>
            </a:r>
          </a:p>
        </p:txBody>
      </p:sp>
      <p:sp>
        <p:nvSpPr>
          <p:cNvPr id="12" name="TextBox 11"/>
          <p:cNvSpPr txBox="1"/>
          <p:nvPr/>
        </p:nvSpPr>
        <p:spPr>
          <a:xfrm>
            <a:off x="9009180" y="3201217"/>
            <a:ext cx="504321" cy="644337"/>
          </a:xfrm>
          <a:prstGeom prst="rect">
            <a:avLst/>
          </a:prstGeom>
        </p:spPr>
        <p:txBody>
          <a:bodyPr vert="horz" lIns="100753" tIns="50377" rIns="100753" bIns="50377" rtlCol="0" anchor="ctr">
            <a:noAutofit/>
          </a:bodyPr>
          <a:lstStyle/>
          <a:p>
            <a:pPr lvl="0"/>
            <a:r>
              <a:rPr lang="en-US" sz="8815"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135012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142053" y="691310"/>
            <a:ext cx="7269493" cy="3173355"/>
          </a:xfrm>
        </p:spPr>
        <p:txBody>
          <a:bodyPr anchor="ctr">
            <a:normAutofit/>
          </a:bodyPr>
          <a:lstStyle>
            <a:lvl1pPr algn="l">
              <a:defRPr sz="5289" b="0"/>
            </a:lvl1pPr>
          </a:lstStyle>
          <a:p>
            <a:r>
              <a:rPr lang="en-US"/>
              <a:t>Click to edit Master title style</a:t>
            </a:r>
            <a:endParaRPr lang="en-US" dirty="0"/>
          </a:p>
        </p:txBody>
      </p:sp>
      <p:sp>
        <p:nvSpPr>
          <p:cNvPr id="21" name="Text Placeholder 9"/>
          <p:cNvSpPr>
            <a:spLocks noGrp="1"/>
          </p:cNvSpPr>
          <p:nvPr>
            <p:ph type="body" sz="quarter" idx="13"/>
          </p:nvPr>
        </p:nvSpPr>
        <p:spPr>
          <a:xfrm>
            <a:off x="2142052" y="4785783"/>
            <a:ext cx="7269495" cy="923572"/>
          </a:xfrm>
        </p:spPr>
        <p:txBody>
          <a:bodyPr anchor="b">
            <a:noAutofit/>
          </a:bodyPr>
          <a:lstStyle>
            <a:lvl1pPr marL="0" indent="0">
              <a:buFontTx/>
              <a:buNone/>
              <a:defRPr sz="2645">
                <a:solidFill>
                  <a:schemeClr val="accent1"/>
                </a:solidFill>
              </a:defRPr>
            </a:lvl1pPr>
            <a:lvl2pPr marL="503789" indent="0">
              <a:buFontTx/>
              <a:buNone/>
              <a:defRPr/>
            </a:lvl2pPr>
            <a:lvl3pPr marL="1007577" indent="0">
              <a:buFontTx/>
              <a:buNone/>
              <a:defRPr/>
            </a:lvl3pPr>
            <a:lvl4pPr marL="1511366" indent="0">
              <a:buFontTx/>
              <a:buNone/>
              <a:defRPr/>
            </a:lvl4pPr>
            <a:lvl5pPr marL="2015155"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142052" y="5709356"/>
            <a:ext cx="7269495" cy="80393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marL="12700">
              <a:lnSpc>
                <a:spcPct val="100000"/>
              </a:lnSpc>
            </a:pPr>
            <a:fld id="{1F5690B0-B78E-44B5-87B0-EB22BE2B7EED}" type="datetime1">
              <a:rPr lang="en-US" spc="-5" smtClean="0"/>
              <a:t>3/5/2025</a:t>
            </a:fld>
            <a:endParaRPr lang="en-US" spc="-5" dirty="0"/>
          </a:p>
        </p:txBody>
      </p:sp>
      <p:sp>
        <p:nvSpPr>
          <p:cNvPr id="6" name="Footer Placeholder 5"/>
          <p:cNvSpPr>
            <a:spLocks noGrp="1"/>
          </p:cNvSpPr>
          <p:nvPr>
            <p:ph type="ftr" sz="quarter" idx="11"/>
          </p:nvPr>
        </p:nvSpPr>
        <p:spPr/>
        <p:txBody>
          <a:bodyPr/>
          <a:lstStyle/>
          <a:p>
            <a:pPr marL="12700">
              <a:lnSpc>
                <a:spcPct val="100000"/>
              </a:lnSpc>
            </a:pPr>
            <a:endParaRPr lang="en-US" dirty="0"/>
          </a:p>
        </p:txBody>
      </p:sp>
      <p:sp>
        <p:nvSpPr>
          <p:cNvPr id="10" name="Freeform 11"/>
          <p:cNvSpPr/>
          <p:nvPr/>
        </p:nvSpPr>
        <p:spPr bwMode="auto">
          <a:xfrm flipV="1">
            <a:off x="64" y="5410820"/>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63771" y="5490625"/>
            <a:ext cx="645101" cy="402314"/>
          </a:xfrm>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2569665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ct val="100000"/>
              </a:lnSpc>
            </a:pPr>
            <a:fld id="{34EAC502-133F-4B41-814D-A79A38E50299}" type="datetime1">
              <a:rPr lang="en-US" spc="-5" smtClean="0"/>
              <a:t>3/5/2025</a:t>
            </a:fld>
            <a:endParaRPr lang="en-US" spc="-5" dirty="0"/>
          </a:p>
        </p:txBody>
      </p:sp>
      <p:sp>
        <p:nvSpPr>
          <p:cNvPr id="5" name="Footer Placeholder 4"/>
          <p:cNvSpPr>
            <a:spLocks noGrp="1"/>
          </p:cNvSpPr>
          <p:nvPr>
            <p:ph type="ftr" sz="quarter" idx="11"/>
          </p:nvPr>
        </p:nvSpPr>
        <p:spPr/>
        <p:txBody>
          <a:bodyPr/>
          <a:lstStyle/>
          <a:p>
            <a:pPr marL="12700">
              <a:lnSpc>
                <a:spcPct val="100000"/>
              </a:lnSpc>
            </a:pPr>
            <a:endParaRPr lang="en-US" dirty="0"/>
          </a:p>
        </p:txBody>
      </p:sp>
      <p:sp>
        <p:nvSpPr>
          <p:cNvPr id="10" name="Freeform 11"/>
          <p:cNvSpPr/>
          <p:nvPr/>
        </p:nvSpPr>
        <p:spPr bwMode="auto">
          <a:xfrm flipV="1">
            <a:off x="64" y="783631"/>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3693815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85495" y="691309"/>
            <a:ext cx="1826346" cy="5821984"/>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142053" y="691309"/>
            <a:ext cx="5201084" cy="58219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marL="12700">
              <a:lnSpc>
                <a:spcPct val="100000"/>
              </a:lnSpc>
            </a:pPr>
            <a:fld id="{FEBA668C-B477-413C-A609-90C726A8A5D6}" type="datetime1">
              <a:rPr lang="en-US" spc="-5" smtClean="0"/>
              <a:t>3/5/2025</a:t>
            </a:fld>
            <a:endParaRPr lang="en-US" spc="-5" dirty="0"/>
          </a:p>
        </p:txBody>
      </p:sp>
      <p:sp>
        <p:nvSpPr>
          <p:cNvPr id="5" name="Footer Placeholder 4"/>
          <p:cNvSpPr>
            <a:spLocks noGrp="1"/>
          </p:cNvSpPr>
          <p:nvPr>
            <p:ph type="ftr" sz="quarter" idx="11"/>
          </p:nvPr>
        </p:nvSpPr>
        <p:spPr/>
        <p:txBody>
          <a:bodyPr/>
          <a:lstStyle/>
          <a:p>
            <a:pPr marL="12700">
              <a:lnSpc>
                <a:spcPct val="100000"/>
              </a:lnSpc>
            </a:pPr>
            <a:endParaRPr lang="en-US" dirty="0"/>
          </a:p>
        </p:txBody>
      </p:sp>
      <p:sp>
        <p:nvSpPr>
          <p:cNvPr id="10" name="Freeform 11"/>
          <p:cNvSpPr/>
          <p:nvPr/>
        </p:nvSpPr>
        <p:spPr bwMode="auto">
          <a:xfrm flipV="1">
            <a:off x="64" y="783631"/>
            <a:ext cx="1497965" cy="55974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extLst>
      <p:ext uri="{BB962C8B-B14F-4D97-AF65-F5344CB8AC3E}">
        <p14:creationId xmlns:p14="http://schemas.microsoft.com/office/powerpoint/2010/main" val="1210550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51883"/>
            <a:ext cx="2184823" cy="7314785"/>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2520" y="314"/>
            <a:ext cx="2152922" cy="7550955"/>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201676" cy="75565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145124" y="687677"/>
            <a:ext cx="7266423" cy="141135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142052" y="2350911"/>
            <a:ext cx="7269495" cy="42820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71230" y="6759960"/>
            <a:ext cx="845147" cy="407874"/>
          </a:xfrm>
          <a:prstGeom prst="rect">
            <a:avLst/>
          </a:prstGeom>
        </p:spPr>
        <p:txBody>
          <a:bodyPr vert="horz" lIns="91440" tIns="45720" rIns="91440" bIns="45720" rtlCol="0" anchor="ctr"/>
          <a:lstStyle>
            <a:lvl1pPr algn="r">
              <a:defRPr sz="992">
                <a:solidFill>
                  <a:schemeClr val="tx1">
                    <a:tint val="75000"/>
                  </a:schemeClr>
                </a:solidFill>
              </a:defRPr>
            </a:lvl1pPr>
          </a:lstStyle>
          <a:p>
            <a:pPr marL="12700">
              <a:lnSpc>
                <a:spcPct val="100000"/>
              </a:lnSpc>
            </a:pPr>
            <a:fld id="{31684300-CBFA-4F5D-85D3-2E5963F494BD}" type="datetime1">
              <a:rPr lang="en-US" spc="-5" smtClean="0"/>
              <a:t>3/5/2025</a:t>
            </a:fld>
            <a:endParaRPr lang="en-US" spc="-5" dirty="0"/>
          </a:p>
        </p:txBody>
      </p:sp>
      <p:sp>
        <p:nvSpPr>
          <p:cNvPr id="5" name="Footer Placeholder 4"/>
          <p:cNvSpPr>
            <a:spLocks noGrp="1"/>
          </p:cNvSpPr>
          <p:nvPr>
            <p:ph type="ftr" sz="quarter" idx="3"/>
          </p:nvPr>
        </p:nvSpPr>
        <p:spPr>
          <a:xfrm>
            <a:off x="2142052" y="6760753"/>
            <a:ext cx="6304016" cy="402314"/>
          </a:xfrm>
          <a:prstGeom prst="rect">
            <a:avLst/>
          </a:prstGeom>
        </p:spPr>
        <p:txBody>
          <a:bodyPr vert="horz" lIns="91440" tIns="45720" rIns="91440" bIns="45720" rtlCol="0" anchor="ctr"/>
          <a:lstStyle>
            <a:lvl1pPr algn="l">
              <a:defRPr sz="992">
                <a:solidFill>
                  <a:schemeClr val="tx1">
                    <a:tint val="75000"/>
                  </a:schemeClr>
                </a:solidFill>
              </a:defRPr>
            </a:lvl1pPr>
          </a:lstStyle>
          <a:p>
            <a:pPr marL="12700">
              <a:lnSpc>
                <a:spcPct val="100000"/>
              </a:lnSpc>
            </a:pPr>
            <a:endParaRPr lang="en-US" dirty="0"/>
          </a:p>
        </p:txBody>
      </p:sp>
      <p:sp>
        <p:nvSpPr>
          <p:cNvPr id="6" name="Slide Number Placeholder 5"/>
          <p:cNvSpPr>
            <a:spLocks noGrp="1"/>
          </p:cNvSpPr>
          <p:nvPr>
            <p:ph type="sldNum" sz="quarter" idx="4"/>
          </p:nvPr>
        </p:nvSpPr>
        <p:spPr bwMode="gray">
          <a:xfrm>
            <a:off x="563771" y="868021"/>
            <a:ext cx="645101" cy="402314"/>
          </a:xfrm>
          <a:prstGeom prst="rect">
            <a:avLst/>
          </a:prstGeom>
        </p:spPr>
        <p:txBody>
          <a:bodyPr vert="horz" lIns="91440" tIns="45720" rIns="91440" bIns="45720" rtlCol="0" anchor="ctr"/>
          <a:lstStyle>
            <a:lvl1pPr algn="r">
              <a:defRPr sz="2204">
                <a:solidFill>
                  <a:srgbClr val="FEFFFF"/>
                </a:solidFill>
              </a:defRPr>
            </a:lvl1pPr>
          </a:lstStyle>
          <a:p>
            <a:fld id="{B6F15528-21DE-4FAA-801E-634DDDAF4B2B}" type="slidenum">
              <a:rPr lang="en-US" smtClean="0"/>
              <a:t>‹#›</a:t>
            </a:fld>
            <a:endParaRPr lang="en-US" dirty="0"/>
          </a:p>
        </p:txBody>
      </p:sp>
    </p:spTree>
    <p:extLst>
      <p:ext uri="{BB962C8B-B14F-4D97-AF65-F5344CB8AC3E}">
        <p14:creationId xmlns:p14="http://schemas.microsoft.com/office/powerpoint/2010/main" val="320085264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Lst>
  <p:hf hdr="0" ftr="0"/>
  <p:txStyles>
    <p:titleStyle>
      <a:lvl1pPr algn="l" defTabSz="503789" rtl="0" eaLnBrk="1" latinLnBrk="0" hangingPunct="1">
        <a:spcBef>
          <a:spcPct val="0"/>
        </a:spcBef>
        <a:buNone/>
        <a:defRPr sz="3967"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842" indent="-377842" algn="l" defTabSz="503789" rtl="0" eaLnBrk="1" latinLnBrk="0" hangingPunct="1">
        <a:spcBef>
          <a:spcPts val="1102"/>
        </a:spcBef>
        <a:spcAft>
          <a:spcPts val="0"/>
        </a:spcAft>
        <a:buClr>
          <a:schemeClr val="accent1"/>
        </a:buClr>
        <a:buFont typeface="Wingdings 3" charset="2"/>
        <a:buChar char=""/>
        <a:defRPr sz="1983" kern="1200">
          <a:solidFill>
            <a:schemeClr val="tx1">
              <a:lumMod val="75000"/>
              <a:lumOff val="25000"/>
            </a:schemeClr>
          </a:solidFill>
          <a:latin typeface="+mn-lt"/>
          <a:ea typeface="+mn-ea"/>
          <a:cs typeface="+mn-cs"/>
        </a:defRPr>
      </a:lvl1pPr>
      <a:lvl2pPr marL="818657" indent="-314868" algn="l" defTabSz="503789" rtl="0" eaLnBrk="1" latinLnBrk="0" hangingPunct="1">
        <a:spcBef>
          <a:spcPts val="1102"/>
        </a:spcBef>
        <a:spcAft>
          <a:spcPts val="0"/>
        </a:spcAft>
        <a:buClr>
          <a:schemeClr val="accent1"/>
        </a:buClr>
        <a:buFont typeface="Wingdings 3" charset="2"/>
        <a:buChar char=""/>
        <a:defRPr sz="1763" kern="1200">
          <a:solidFill>
            <a:schemeClr val="tx1">
              <a:lumMod val="75000"/>
              <a:lumOff val="25000"/>
            </a:schemeClr>
          </a:solidFill>
          <a:latin typeface="+mn-lt"/>
          <a:ea typeface="+mn-ea"/>
          <a:cs typeface="+mn-cs"/>
        </a:defRPr>
      </a:lvl2pPr>
      <a:lvl3pPr marL="1259472" indent="-251894" algn="l" defTabSz="503789" rtl="0" eaLnBrk="1" latinLnBrk="0" hangingPunct="1">
        <a:spcBef>
          <a:spcPts val="1102"/>
        </a:spcBef>
        <a:spcAft>
          <a:spcPts val="0"/>
        </a:spcAft>
        <a:buClr>
          <a:schemeClr val="accent1"/>
        </a:buClr>
        <a:buFont typeface="Wingdings 3" charset="2"/>
        <a:buChar char=""/>
        <a:defRPr sz="1543" kern="1200">
          <a:solidFill>
            <a:schemeClr val="tx1">
              <a:lumMod val="75000"/>
              <a:lumOff val="25000"/>
            </a:schemeClr>
          </a:solidFill>
          <a:latin typeface="+mn-lt"/>
          <a:ea typeface="+mn-ea"/>
          <a:cs typeface="+mn-cs"/>
        </a:defRPr>
      </a:lvl3pPr>
      <a:lvl4pPr marL="1763260"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4pPr>
      <a:lvl5pPr marL="2267049"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5pPr>
      <a:lvl6pPr marL="2770838"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6pPr>
      <a:lvl7pPr marL="3274626"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7pPr>
      <a:lvl8pPr marL="3778415"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8pPr>
      <a:lvl9pPr marL="4282204" indent="-251894" algn="l" defTabSz="503789" rtl="0" eaLnBrk="1" latinLnBrk="0" hangingPunct="1">
        <a:spcBef>
          <a:spcPts val="1102"/>
        </a:spcBef>
        <a:spcAft>
          <a:spcPts val="0"/>
        </a:spcAft>
        <a:buClr>
          <a:schemeClr val="accent1"/>
        </a:buClr>
        <a:buFont typeface="Wingdings 3" charset="2"/>
        <a:buChar char=""/>
        <a:defRPr sz="1322" kern="1200">
          <a:solidFill>
            <a:schemeClr val="tx1">
              <a:lumMod val="75000"/>
              <a:lumOff val="25000"/>
            </a:schemeClr>
          </a:solidFill>
          <a:latin typeface="+mn-lt"/>
          <a:ea typeface="+mn-ea"/>
          <a:cs typeface="+mn-cs"/>
        </a:defRPr>
      </a:lvl9pPr>
    </p:bodyStyle>
    <p:otherStyle>
      <a:defPPr>
        <a:defRPr lang="en-US"/>
      </a:defPPr>
      <a:lvl1pPr marL="0" algn="l" defTabSz="503789" rtl="0" eaLnBrk="1" latinLnBrk="0" hangingPunct="1">
        <a:defRPr sz="1983" kern="1200">
          <a:solidFill>
            <a:schemeClr val="tx1"/>
          </a:solidFill>
          <a:latin typeface="+mn-lt"/>
          <a:ea typeface="+mn-ea"/>
          <a:cs typeface="+mn-cs"/>
        </a:defRPr>
      </a:lvl1pPr>
      <a:lvl2pPr marL="503789" algn="l" defTabSz="503789" rtl="0" eaLnBrk="1" latinLnBrk="0" hangingPunct="1">
        <a:defRPr sz="1983" kern="1200">
          <a:solidFill>
            <a:schemeClr val="tx1"/>
          </a:solidFill>
          <a:latin typeface="+mn-lt"/>
          <a:ea typeface="+mn-ea"/>
          <a:cs typeface="+mn-cs"/>
        </a:defRPr>
      </a:lvl2pPr>
      <a:lvl3pPr marL="1007577" algn="l" defTabSz="503789" rtl="0" eaLnBrk="1" latinLnBrk="0" hangingPunct="1">
        <a:defRPr sz="1983" kern="1200">
          <a:solidFill>
            <a:schemeClr val="tx1"/>
          </a:solidFill>
          <a:latin typeface="+mn-lt"/>
          <a:ea typeface="+mn-ea"/>
          <a:cs typeface="+mn-cs"/>
        </a:defRPr>
      </a:lvl3pPr>
      <a:lvl4pPr marL="1511366" algn="l" defTabSz="503789" rtl="0" eaLnBrk="1" latinLnBrk="0" hangingPunct="1">
        <a:defRPr sz="1983" kern="1200">
          <a:solidFill>
            <a:schemeClr val="tx1"/>
          </a:solidFill>
          <a:latin typeface="+mn-lt"/>
          <a:ea typeface="+mn-ea"/>
          <a:cs typeface="+mn-cs"/>
        </a:defRPr>
      </a:lvl4pPr>
      <a:lvl5pPr marL="2015155" algn="l" defTabSz="503789" rtl="0" eaLnBrk="1" latinLnBrk="0" hangingPunct="1">
        <a:defRPr sz="1983" kern="1200">
          <a:solidFill>
            <a:schemeClr val="tx1"/>
          </a:solidFill>
          <a:latin typeface="+mn-lt"/>
          <a:ea typeface="+mn-ea"/>
          <a:cs typeface="+mn-cs"/>
        </a:defRPr>
      </a:lvl5pPr>
      <a:lvl6pPr marL="2518943" algn="l" defTabSz="503789" rtl="0" eaLnBrk="1" latinLnBrk="0" hangingPunct="1">
        <a:defRPr sz="1983" kern="1200">
          <a:solidFill>
            <a:schemeClr val="tx1"/>
          </a:solidFill>
          <a:latin typeface="+mn-lt"/>
          <a:ea typeface="+mn-ea"/>
          <a:cs typeface="+mn-cs"/>
        </a:defRPr>
      </a:lvl6pPr>
      <a:lvl7pPr marL="3022732" algn="l" defTabSz="503789" rtl="0" eaLnBrk="1" latinLnBrk="0" hangingPunct="1">
        <a:defRPr sz="1983" kern="1200">
          <a:solidFill>
            <a:schemeClr val="tx1"/>
          </a:solidFill>
          <a:latin typeface="+mn-lt"/>
          <a:ea typeface="+mn-ea"/>
          <a:cs typeface="+mn-cs"/>
        </a:defRPr>
      </a:lvl7pPr>
      <a:lvl8pPr marL="3526521" algn="l" defTabSz="503789" rtl="0" eaLnBrk="1" latinLnBrk="0" hangingPunct="1">
        <a:defRPr sz="1983" kern="1200">
          <a:solidFill>
            <a:schemeClr val="tx1"/>
          </a:solidFill>
          <a:latin typeface="+mn-lt"/>
          <a:ea typeface="+mn-ea"/>
          <a:cs typeface="+mn-cs"/>
        </a:defRPr>
      </a:lvl8pPr>
      <a:lvl9pPr marL="4030309" algn="l" defTabSz="503789" rtl="0" eaLnBrk="1" latinLnBrk="0" hangingPunct="1">
        <a:defRPr sz="19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268,8,1.5 Moving a Data Center"/><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268,8,1.5 Moving a Data Center"/><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268,8,1.5 Moving a Data Center"/><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268,8,1.5 Moving a Data Center"/><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268,8,Slide 8"/><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07161" y="592437"/>
            <a:ext cx="7237730" cy="1433213"/>
          </a:xfrm>
          <a:prstGeom prst="rect">
            <a:avLst/>
          </a:prstGeom>
        </p:spPr>
        <p:txBody>
          <a:bodyPr vert="horz" wrap="square" lIns="0" tIns="0" rIns="0" bIns="0" rtlCol="0">
            <a:spAutoFit/>
          </a:bodyPr>
          <a:lstStyle/>
          <a:p>
            <a:pPr marL="12700" marR="5080" indent="135890" algn="ctr">
              <a:lnSpc>
                <a:spcPct val="101200"/>
              </a:lnSpc>
            </a:pPr>
            <a:r>
              <a:rPr sz="4800" spc="-35" dirty="0">
                <a:latin typeface="Verdana"/>
                <a:cs typeface="Verdana"/>
              </a:rPr>
              <a:t>Syste</a:t>
            </a:r>
            <a:r>
              <a:rPr sz="4800" spc="-50" dirty="0">
                <a:latin typeface="Verdana"/>
                <a:cs typeface="Verdana"/>
              </a:rPr>
              <a:t>m</a:t>
            </a:r>
            <a:r>
              <a:rPr sz="4800" spc="475" dirty="0">
                <a:latin typeface="Times New Roman"/>
                <a:cs typeface="Times New Roman"/>
              </a:rPr>
              <a:t> </a:t>
            </a:r>
            <a:r>
              <a:rPr sz="4800" spc="-30" dirty="0">
                <a:latin typeface="Verdana"/>
                <a:cs typeface="Verdana"/>
              </a:rPr>
              <a:t>a</a:t>
            </a:r>
            <a:r>
              <a:rPr sz="4800" spc="-45" dirty="0">
                <a:latin typeface="Verdana"/>
                <a:cs typeface="Verdana"/>
              </a:rPr>
              <a:t>n</a:t>
            </a:r>
            <a:r>
              <a:rPr sz="4800" dirty="0">
                <a:latin typeface="Verdana"/>
                <a:cs typeface="Verdana"/>
              </a:rPr>
              <a:t>d</a:t>
            </a:r>
            <a:r>
              <a:rPr sz="4800" dirty="0">
                <a:latin typeface="Times New Roman"/>
                <a:cs typeface="Times New Roman"/>
              </a:rPr>
              <a:t> </a:t>
            </a:r>
            <a:r>
              <a:rPr sz="4800" spc="-10" dirty="0">
                <a:latin typeface="Verdana"/>
                <a:cs typeface="Verdana"/>
              </a:rPr>
              <a:t>N</a:t>
            </a:r>
            <a:r>
              <a:rPr sz="4800" spc="-35" dirty="0">
                <a:latin typeface="Verdana"/>
                <a:cs typeface="Verdana"/>
              </a:rPr>
              <a:t>e</a:t>
            </a:r>
            <a:r>
              <a:rPr sz="4800" spc="-5" dirty="0">
                <a:latin typeface="Verdana"/>
                <a:cs typeface="Verdana"/>
              </a:rPr>
              <a:t>tw</a:t>
            </a:r>
            <a:r>
              <a:rPr sz="4800" spc="-10" dirty="0">
                <a:latin typeface="Verdana"/>
                <a:cs typeface="Verdana"/>
              </a:rPr>
              <a:t>o</a:t>
            </a:r>
            <a:r>
              <a:rPr sz="4800" spc="-30" dirty="0">
                <a:latin typeface="Verdana"/>
                <a:cs typeface="Verdana"/>
              </a:rPr>
              <a:t>rk</a:t>
            </a:r>
            <a:r>
              <a:rPr sz="4800" spc="480" dirty="0">
                <a:latin typeface="Times New Roman"/>
                <a:cs typeface="Times New Roman"/>
              </a:rPr>
              <a:t> </a:t>
            </a:r>
            <a:r>
              <a:rPr sz="4800" spc="-45" dirty="0">
                <a:latin typeface="Verdana"/>
                <a:cs typeface="Verdana"/>
              </a:rPr>
              <a:t>Adm</a:t>
            </a:r>
            <a:r>
              <a:rPr sz="4800" spc="-5" dirty="0">
                <a:latin typeface="Verdana"/>
                <a:cs typeface="Verdana"/>
              </a:rPr>
              <a:t>i</a:t>
            </a:r>
            <a:r>
              <a:rPr sz="4800" spc="-10" dirty="0">
                <a:latin typeface="Verdana"/>
                <a:cs typeface="Verdana"/>
              </a:rPr>
              <a:t>n</a:t>
            </a:r>
            <a:r>
              <a:rPr sz="4800" spc="-5" dirty="0">
                <a:latin typeface="Verdana"/>
                <a:cs typeface="Verdana"/>
              </a:rPr>
              <a:t>is</a:t>
            </a:r>
            <a:r>
              <a:rPr sz="4800" spc="-25" dirty="0">
                <a:latin typeface="Verdana"/>
                <a:cs typeface="Verdana"/>
              </a:rPr>
              <a:t>tr</a:t>
            </a:r>
            <a:r>
              <a:rPr sz="4800" spc="-35" dirty="0">
                <a:latin typeface="Verdana"/>
                <a:cs typeface="Verdana"/>
              </a:rPr>
              <a:t>a</a:t>
            </a:r>
            <a:r>
              <a:rPr sz="4800" spc="-5" dirty="0">
                <a:latin typeface="Verdana"/>
                <a:cs typeface="Verdana"/>
              </a:rPr>
              <a:t>ti</a:t>
            </a:r>
            <a:r>
              <a:rPr sz="4800" spc="-10" dirty="0">
                <a:latin typeface="Verdana"/>
                <a:cs typeface="Verdana"/>
              </a:rPr>
              <a:t>o</a:t>
            </a:r>
            <a:r>
              <a:rPr sz="4800" spc="-35" dirty="0">
                <a:latin typeface="Verdana"/>
                <a:cs typeface="Verdana"/>
              </a:rPr>
              <a:t>n</a:t>
            </a:r>
            <a:endParaRPr sz="4800" dirty="0">
              <a:latin typeface="Verdana"/>
              <a:cs typeface="Verdana"/>
            </a:endParaRPr>
          </a:p>
        </p:txBody>
      </p:sp>
      <p:sp>
        <p:nvSpPr>
          <p:cNvPr id="11" name="Slide Number Placeholder 10"/>
          <p:cNvSpPr>
            <a:spLocks noGrp="1"/>
          </p:cNvSpPr>
          <p:nvPr>
            <p:ph type="sldNum" sz="quarter" idx="12"/>
          </p:nvPr>
        </p:nvSpPr>
        <p:spPr/>
        <p:txBody>
          <a:bodyPr/>
          <a:lstStyle/>
          <a:p>
            <a:fld id="{B6F15528-21DE-4FAA-801E-634DDDAF4B2B}" type="slidenum">
              <a:rPr lang="en-US" smtClean="0"/>
              <a:t>1</a:t>
            </a:fld>
            <a:endParaRPr lang="en-US" dirty="0"/>
          </a:p>
        </p:txBody>
      </p:sp>
      <p:sp>
        <p:nvSpPr>
          <p:cNvPr id="12" name="Date Placeholder 11"/>
          <p:cNvSpPr>
            <a:spLocks noGrp="1"/>
          </p:cNvSpPr>
          <p:nvPr>
            <p:ph type="dt" sz="half" idx="10"/>
          </p:nvPr>
        </p:nvSpPr>
        <p:spPr/>
        <p:txBody>
          <a:bodyPr/>
          <a:lstStyle/>
          <a:p>
            <a:pPr marL="12700">
              <a:lnSpc>
                <a:spcPct val="100000"/>
              </a:lnSpc>
            </a:pPr>
            <a:fld id="{C6E99AB8-1076-4C5F-8EC3-2C1F27D86DA8}" type="datetime1">
              <a:rPr lang="en-US" spc="-5" smtClean="0"/>
              <a:t>3/5/2025</a:t>
            </a:fld>
            <a:endParaRPr lang="en-US" spc="-5" dirty="0"/>
          </a:p>
        </p:txBody>
      </p:sp>
      <p:sp>
        <p:nvSpPr>
          <p:cNvPr id="14" name="Rectangle 13"/>
          <p:cNvSpPr/>
          <p:nvPr/>
        </p:nvSpPr>
        <p:spPr>
          <a:xfrm>
            <a:off x="3146189" y="3316585"/>
            <a:ext cx="3791424"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Lecture# 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5125" y="196851"/>
            <a:ext cx="7266422" cy="1219200"/>
          </a:xfrm>
        </p:spPr>
        <p:txBody>
          <a:bodyPr/>
          <a:lstStyle/>
          <a:p>
            <a:r>
              <a:rPr lang="en-US" dirty="0" smtClean="0"/>
              <a:t>What is Sys Administration</a:t>
            </a:r>
            <a:endParaRPr lang="en-US" dirty="0"/>
          </a:p>
        </p:txBody>
      </p:sp>
      <p:sp>
        <p:nvSpPr>
          <p:cNvPr id="3" name="Content Placeholder 2"/>
          <p:cNvSpPr>
            <a:spLocks noGrp="1"/>
          </p:cNvSpPr>
          <p:nvPr>
            <p:ph idx="1"/>
          </p:nvPr>
        </p:nvSpPr>
        <p:spPr>
          <a:xfrm>
            <a:off x="393700" y="1644650"/>
            <a:ext cx="9448800" cy="5714999"/>
          </a:xfrm>
        </p:spPr>
        <p:txBody>
          <a:bodyPr/>
          <a:lstStyle/>
          <a:p>
            <a:r>
              <a:rPr lang="en-US" sz="2400" b="1" dirty="0"/>
              <a:t>Network and system administration is a branch of </a:t>
            </a:r>
            <a:r>
              <a:rPr lang="en-US" sz="2400" b="1" i="1" dirty="0"/>
              <a:t>engineering </a:t>
            </a:r>
            <a:r>
              <a:rPr lang="en-US" sz="2400" b="1" dirty="0"/>
              <a:t>that concerns the operational management of human–computer systems</a:t>
            </a:r>
            <a:r>
              <a:rPr lang="en-US" sz="2400" b="1" dirty="0" smtClean="0"/>
              <a:t>.</a:t>
            </a:r>
          </a:p>
          <a:p>
            <a:r>
              <a:rPr lang="en-US" sz="2400" b="1" dirty="0" smtClean="0"/>
              <a:t> </a:t>
            </a:r>
            <a:r>
              <a:rPr lang="en-US" sz="2400" b="1" dirty="0"/>
              <a:t>It is unusual as an engineering discipline in that it addresses both the technology of computer systems and the users of the technology on an equal basis.</a:t>
            </a:r>
          </a:p>
          <a:p>
            <a:r>
              <a:rPr lang="en-US" sz="2400" b="1" dirty="0"/>
              <a:t>It is about putting together a network of computers (workstations, PCs and supercomputers), getting them running and then </a:t>
            </a:r>
            <a:r>
              <a:rPr lang="en-US" sz="2400" b="1" i="1" dirty="0"/>
              <a:t>keeping </a:t>
            </a:r>
            <a:r>
              <a:rPr lang="en-US" sz="2400" b="1" dirty="0"/>
              <a:t>them running in spite of the activities of </a:t>
            </a:r>
            <a:r>
              <a:rPr lang="en-US" sz="2400" b="1" i="1" dirty="0"/>
              <a:t>users </a:t>
            </a:r>
            <a:r>
              <a:rPr lang="en-US" sz="2400" b="1" dirty="0"/>
              <a:t>who tend to cause the systems to fail. </a:t>
            </a:r>
            <a:r>
              <a:rPr lang="en-US" b="1" dirty="0"/>
              <a:t/>
            </a:r>
            <a:br>
              <a:rPr lang="en-US" b="1" dirty="0"/>
            </a:br>
            <a:endParaRPr lang="en-US" b="1"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2</a:t>
            </a:fld>
            <a:endParaRPr lang="en-US" dirty="0"/>
          </a:p>
        </p:txBody>
      </p:sp>
    </p:spTree>
    <p:extLst>
      <p:ext uri="{BB962C8B-B14F-4D97-AF65-F5344CB8AC3E}">
        <p14:creationId xmlns:p14="http://schemas.microsoft.com/office/powerpoint/2010/main" val="7487989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Administrator</a:t>
            </a:r>
            <a:endParaRPr lang="en-US" dirty="0"/>
          </a:p>
        </p:txBody>
      </p:sp>
      <p:sp>
        <p:nvSpPr>
          <p:cNvPr id="3" name="Content Placeholder 2"/>
          <p:cNvSpPr>
            <a:spLocks noGrp="1"/>
          </p:cNvSpPr>
          <p:nvPr>
            <p:ph idx="1"/>
          </p:nvPr>
        </p:nvSpPr>
        <p:spPr>
          <a:xfrm>
            <a:off x="317500" y="2350910"/>
            <a:ext cx="9601200" cy="5008739"/>
          </a:xfrm>
        </p:spPr>
        <p:txBody>
          <a:bodyPr/>
          <a:lstStyle/>
          <a:p>
            <a:r>
              <a:rPr lang="en-US" b="1" dirty="0"/>
              <a:t>A system administrator works for users, so that they can use the system to produce work. Once a computer is attached to the Internet, we have to consider the consequences of being directly connected to all the other computers in the world.</a:t>
            </a:r>
          </a:p>
          <a:p>
            <a:r>
              <a:rPr lang="en-US" b="1" dirty="0"/>
              <a:t>The terms </a:t>
            </a:r>
            <a:r>
              <a:rPr lang="en-US" b="1" i="1" dirty="0"/>
              <a:t>network administration </a:t>
            </a:r>
            <a:r>
              <a:rPr lang="en-US" b="1" dirty="0"/>
              <a:t>and </a:t>
            </a:r>
            <a:r>
              <a:rPr lang="en-US" b="1" i="1" dirty="0"/>
              <a:t>system administration </a:t>
            </a:r>
            <a:r>
              <a:rPr lang="en-US" b="1" dirty="0"/>
              <a:t>exist separately and are used both variously and inconsistently by industry and by academics.</a:t>
            </a:r>
          </a:p>
          <a:p>
            <a:r>
              <a:rPr lang="en-US" b="1" dirty="0"/>
              <a:t>System administration is the term used traditionally by mainframe and UNIX engineers to describe the management of computers whether they are coupled by a network or not </a:t>
            </a:r>
            <a:r>
              <a:rPr lang="en-US" dirty="0"/>
              <a:t/>
            </a:r>
            <a:br>
              <a:rPr lang="en-US" dirty="0"/>
            </a:b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3</a:t>
            </a:fld>
            <a:endParaRPr lang="en-US" dirty="0"/>
          </a:p>
        </p:txBody>
      </p:sp>
    </p:spTree>
    <p:extLst>
      <p:ext uri="{BB962C8B-B14F-4D97-AF65-F5344CB8AC3E}">
        <p14:creationId xmlns:p14="http://schemas.microsoft.com/office/powerpoint/2010/main" val="23835344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8100" y="501650"/>
            <a:ext cx="7266422" cy="1294906"/>
          </a:xfrm>
          <a:prstGeom prst="rect">
            <a:avLst/>
          </a:prstGeom>
        </p:spPr>
        <p:txBody>
          <a:bodyPr vert="horz" wrap="square" lIns="0" tIns="0" rIns="0" bIns="0" rtlCol="0">
            <a:spAutoFit/>
          </a:bodyPr>
          <a:lstStyle/>
          <a:p>
            <a:pPr marL="858519">
              <a:lnSpc>
                <a:spcPts val="5260"/>
              </a:lnSpc>
            </a:pPr>
            <a:r>
              <a:rPr spc="-60" dirty="0">
                <a:latin typeface="Verdana"/>
                <a:cs typeface="Verdana"/>
              </a:rPr>
              <a:t>W</a:t>
            </a:r>
            <a:r>
              <a:rPr spc="-30" dirty="0">
                <a:latin typeface="Verdana"/>
                <a:cs typeface="Verdana"/>
              </a:rPr>
              <a:t>h</a:t>
            </a:r>
            <a:r>
              <a:rPr spc="-35" dirty="0">
                <a:latin typeface="Verdana"/>
                <a:cs typeface="Verdana"/>
              </a:rPr>
              <a:t>a</a:t>
            </a:r>
            <a:r>
              <a:rPr dirty="0">
                <a:latin typeface="Verdana"/>
                <a:cs typeface="Verdana"/>
              </a:rPr>
              <a:t>t</a:t>
            </a:r>
            <a:r>
              <a:rPr spc="434" dirty="0">
                <a:latin typeface="Times New Roman"/>
                <a:cs typeface="Times New Roman"/>
              </a:rPr>
              <a:t> </a:t>
            </a:r>
            <a:r>
              <a:rPr spc="-35" dirty="0">
                <a:latin typeface="Verdana"/>
                <a:cs typeface="Verdana"/>
              </a:rPr>
              <a:t>doe</a:t>
            </a:r>
            <a:r>
              <a:rPr spc="-25" dirty="0">
                <a:latin typeface="Verdana"/>
                <a:cs typeface="Verdana"/>
              </a:rPr>
              <a:t>s</a:t>
            </a:r>
            <a:r>
              <a:rPr spc="440" dirty="0">
                <a:latin typeface="Times New Roman"/>
                <a:cs typeface="Times New Roman"/>
              </a:rPr>
              <a:t> </a:t>
            </a:r>
            <a:r>
              <a:rPr spc="-30" dirty="0">
                <a:latin typeface="Verdana"/>
                <a:cs typeface="Verdana"/>
              </a:rPr>
              <a:t>a</a:t>
            </a:r>
            <a:r>
              <a:rPr spc="440" dirty="0">
                <a:latin typeface="Times New Roman"/>
                <a:cs typeface="Times New Roman"/>
              </a:rPr>
              <a:t> </a:t>
            </a:r>
            <a:r>
              <a:rPr spc="-30" dirty="0">
                <a:latin typeface="Verdana"/>
                <a:cs typeface="Verdana"/>
              </a:rPr>
              <a:t>sy</a:t>
            </a:r>
            <a:r>
              <a:rPr spc="-35" dirty="0">
                <a:latin typeface="Verdana"/>
                <a:cs typeface="Verdana"/>
              </a:rPr>
              <a:t>s</a:t>
            </a:r>
            <a:r>
              <a:rPr lang="en-US" spc="-35" dirty="0">
                <a:latin typeface="Verdana"/>
                <a:cs typeface="Verdana"/>
              </a:rPr>
              <a:t> </a:t>
            </a:r>
            <a:r>
              <a:rPr spc="-35" dirty="0">
                <a:latin typeface="Verdana"/>
                <a:cs typeface="Verdana"/>
              </a:rPr>
              <a:t>adm</a:t>
            </a:r>
            <a:r>
              <a:rPr spc="-5" dirty="0">
                <a:latin typeface="Verdana"/>
                <a:cs typeface="Verdana"/>
              </a:rPr>
              <a:t>i</a:t>
            </a:r>
            <a:r>
              <a:rPr dirty="0">
                <a:latin typeface="Verdana"/>
                <a:cs typeface="Verdana"/>
              </a:rPr>
              <a:t>n</a:t>
            </a:r>
            <a:r>
              <a:rPr spc="440" dirty="0">
                <a:latin typeface="Times New Roman"/>
                <a:cs typeface="Times New Roman"/>
              </a:rPr>
              <a:t> </a:t>
            </a:r>
            <a:r>
              <a:rPr spc="-35" dirty="0">
                <a:latin typeface="Verdana"/>
                <a:cs typeface="Verdana"/>
              </a:rPr>
              <a:t>do</a:t>
            </a:r>
            <a:r>
              <a:rPr dirty="0">
                <a:latin typeface="Verdana"/>
                <a:cs typeface="Verdana"/>
              </a:rPr>
              <a:t>?</a:t>
            </a:r>
          </a:p>
        </p:txBody>
      </p:sp>
      <p:sp>
        <p:nvSpPr>
          <p:cNvPr id="4" name="object 4"/>
          <p:cNvSpPr txBox="1">
            <a:spLocks noGrp="1"/>
          </p:cNvSpPr>
          <p:nvPr>
            <p:ph idx="1"/>
          </p:nvPr>
        </p:nvSpPr>
        <p:spPr>
          <a:xfrm>
            <a:off x="1304287" y="1843528"/>
            <a:ext cx="7269495" cy="2381678"/>
          </a:xfrm>
          <a:prstGeom prst="rect">
            <a:avLst/>
          </a:prstGeom>
        </p:spPr>
        <p:txBody>
          <a:bodyPr vert="horz" wrap="square" lIns="0" tIns="0" rIns="0" bIns="0" rtlCol="0">
            <a:spAutoFit/>
          </a:bodyPr>
          <a:lstStyle/>
          <a:p>
            <a:pPr marL="0" marR="3202305" indent="0">
              <a:lnSpc>
                <a:spcPct val="118800"/>
              </a:lnSpc>
              <a:buNone/>
            </a:pPr>
            <a:r>
              <a:rPr sz="2600" spc="-5" dirty="0">
                <a:latin typeface="Arial" panose="020B0604020202020204" pitchFamily="34" charset="0"/>
                <a:cs typeface="Arial" panose="020B0604020202020204" pitchFamily="34" charset="0"/>
              </a:rPr>
              <a:t>U</a:t>
            </a:r>
            <a:r>
              <a:rPr sz="2600" dirty="0">
                <a:latin typeface="Arial" panose="020B0604020202020204" pitchFamily="34" charset="0"/>
                <a:cs typeface="Arial" panose="020B0604020202020204" pitchFamily="34" charset="0"/>
              </a:rPr>
              <a:t>ser</a:t>
            </a:r>
            <a:r>
              <a:rPr sz="2600" spc="55" dirty="0">
                <a:latin typeface="Arial" panose="020B0604020202020204" pitchFamily="34" charset="0"/>
                <a:cs typeface="Arial" panose="020B0604020202020204" pitchFamily="34" charset="0"/>
              </a:rPr>
              <a:t> </a:t>
            </a:r>
            <a:r>
              <a:rPr sz="2600" spc="-5" dirty="0">
                <a:latin typeface="Arial" panose="020B0604020202020204" pitchFamily="34" charset="0"/>
                <a:cs typeface="Arial" panose="020B0604020202020204" pitchFamily="34" charset="0"/>
              </a:rPr>
              <a:t>acc</a:t>
            </a:r>
            <a:r>
              <a:rPr sz="2600" spc="-10" dirty="0">
                <a:latin typeface="Arial" panose="020B0604020202020204" pitchFamily="34" charset="0"/>
                <a:cs typeface="Arial" panose="020B0604020202020204" pitchFamily="34" charset="0"/>
              </a:rPr>
              <a:t>o</a:t>
            </a:r>
            <a:r>
              <a:rPr sz="2600" spc="-5" dirty="0">
                <a:latin typeface="Arial" panose="020B0604020202020204" pitchFamily="34" charset="0"/>
                <a:cs typeface="Arial" panose="020B0604020202020204" pitchFamily="34" charset="0"/>
              </a:rPr>
              <a:t>un</a:t>
            </a:r>
            <a:r>
              <a:rPr sz="2600" dirty="0">
                <a:latin typeface="Arial" panose="020B0604020202020204" pitchFamily="34" charset="0"/>
                <a:cs typeface="Arial" panose="020B0604020202020204" pitchFamily="34" charset="0"/>
              </a:rPr>
              <a:t>t</a:t>
            </a:r>
            <a:r>
              <a:rPr sz="2600" spc="55" dirty="0">
                <a:latin typeface="Arial" panose="020B0604020202020204" pitchFamily="34" charset="0"/>
                <a:cs typeface="Arial" panose="020B0604020202020204" pitchFamily="34" charset="0"/>
              </a:rPr>
              <a:t> </a:t>
            </a:r>
            <a:r>
              <a:rPr sz="2600" spc="-5" dirty="0">
                <a:latin typeface="Arial" panose="020B0604020202020204" pitchFamily="34" charset="0"/>
                <a:cs typeface="Arial" panose="020B0604020202020204" pitchFamily="34" charset="0"/>
              </a:rPr>
              <a:t>man</a:t>
            </a:r>
            <a:r>
              <a:rPr sz="2600" spc="-10" dirty="0">
                <a:latin typeface="Arial" panose="020B0604020202020204" pitchFamily="34" charset="0"/>
                <a:cs typeface="Arial" panose="020B0604020202020204" pitchFamily="34" charset="0"/>
              </a:rPr>
              <a:t>a</a:t>
            </a:r>
            <a:r>
              <a:rPr sz="2600" spc="-5" dirty="0">
                <a:latin typeface="Arial" panose="020B0604020202020204" pitchFamily="34" charset="0"/>
                <a:cs typeface="Arial" panose="020B0604020202020204" pitchFamily="34" charset="0"/>
              </a:rPr>
              <a:t>gement Hardwar</a:t>
            </a:r>
            <a:r>
              <a:rPr sz="2600" dirty="0">
                <a:latin typeface="Arial" panose="020B0604020202020204" pitchFamily="34" charset="0"/>
                <a:cs typeface="Arial" panose="020B0604020202020204" pitchFamily="34" charset="0"/>
              </a:rPr>
              <a:t>e</a:t>
            </a:r>
            <a:r>
              <a:rPr sz="2600" spc="35" dirty="0">
                <a:latin typeface="Arial" panose="020B0604020202020204" pitchFamily="34" charset="0"/>
                <a:cs typeface="Arial" panose="020B0604020202020204" pitchFamily="34" charset="0"/>
              </a:rPr>
              <a:t> </a:t>
            </a:r>
            <a:r>
              <a:rPr sz="2600" spc="-5" dirty="0">
                <a:latin typeface="Arial" panose="020B0604020202020204" pitchFamily="34" charset="0"/>
                <a:cs typeface="Arial" panose="020B0604020202020204" pitchFamily="34" charset="0"/>
              </a:rPr>
              <a:t>man</a:t>
            </a:r>
            <a:r>
              <a:rPr sz="2600" spc="-10" dirty="0">
                <a:latin typeface="Arial" panose="020B0604020202020204" pitchFamily="34" charset="0"/>
                <a:cs typeface="Arial" panose="020B0604020202020204" pitchFamily="34" charset="0"/>
              </a:rPr>
              <a:t>a</a:t>
            </a:r>
            <a:r>
              <a:rPr sz="2600" spc="-5" dirty="0">
                <a:latin typeface="Arial" panose="020B0604020202020204" pitchFamily="34" charset="0"/>
                <a:cs typeface="Arial" panose="020B0604020202020204" pitchFamily="34" charset="0"/>
              </a:rPr>
              <a:t>gement</a:t>
            </a:r>
            <a:endParaRPr sz="2600" dirty="0">
              <a:latin typeface="Arial" panose="020B0604020202020204" pitchFamily="34" charset="0"/>
              <a:cs typeface="Arial" panose="020B0604020202020204" pitchFamily="34" charset="0"/>
            </a:endParaRPr>
          </a:p>
          <a:p>
            <a:pPr marL="0" indent="0">
              <a:lnSpc>
                <a:spcPct val="100000"/>
              </a:lnSpc>
              <a:spcBef>
                <a:spcPts val="620"/>
              </a:spcBef>
              <a:buNone/>
            </a:pPr>
            <a:r>
              <a:rPr sz="2600" spc="-30" dirty="0">
                <a:latin typeface="Arial" panose="020B0604020202020204" pitchFamily="34" charset="0"/>
                <a:cs typeface="Arial" panose="020B0604020202020204" pitchFamily="34" charset="0"/>
              </a:rPr>
              <a:t>P</a:t>
            </a:r>
            <a:r>
              <a:rPr sz="2600" spc="-5" dirty="0">
                <a:latin typeface="Arial" panose="020B0604020202020204" pitchFamily="34" charset="0"/>
                <a:cs typeface="Arial" panose="020B0604020202020204" pitchFamily="34" charset="0"/>
              </a:rPr>
              <a:t>er</a:t>
            </a:r>
            <a:r>
              <a:rPr sz="2600" spc="-10" dirty="0">
                <a:latin typeface="Arial" panose="020B0604020202020204" pitchFamily="34" charset="0"/>
                <a:cs typeface="Arial" panose="020B0604020202020204" pitchFamily="34" charset="0"/>
              </a:rPr>
              <a:t>f</a:t>
            </a:r>
            <a:r>
              <a:rPr sz="2600" spc="-5" dirty="0">
                <a:latin typeface="Arial" panose="020B0604020202020204" pitchFamily="34" charset="0"/>
                <a:cs typeface="Arial" panose="020B0604020202020204" pitchFamily="34" charset="0"/>
              </a:rPr>
              <a:t>or</a:t>
            </a:r>
            <a:r>
              <a:rPr sz="2600" dirty="0">
                <a:latin typeface="Arial" panose="020B0604020202020204" pitchFamily="34" charset="0"/>
                <a:cs typeface="Arial" panose="020B0604020202020204" pitchFamily="34" charset="0"/>
              </a:rPr>
              <a:t>m</a:t>
            </a:r>
            <a:r>
              <a:rPr sz="2600" spc="65" dirty="0">
                <a:latin typeface="Arial" panose="020B0604020202020204" pitchFamily="34" charset="0"/>
                <a:cs typeface="Arial" panose="020B0604020202020204" pitchFamily="34" charset="0"/>
              </a:rPr>
              <a:t> </a:t>
            </a:r>
            <a:r>
              <a:rPr sz="2600" spc="-20" dirty="0">
                <a:latin typeface="Arial" panose="020B0604020202020204" pitchFamily="34" charset="0"/>
                <a:cs typeface="Arial" panose="020B0604020202020204" pitchFamily="34" charset="0"/>
              </a:rPr>
              <a:t>f</a:t>
            </a:r>
            <a:r>
              <a:rPr sz="2600" spc="5" dirty="0">
                <a:latin typeface="Arial" panose="020B0604020202020204" pitchFamily="34" charset="0"/>
                <a:cs typeface="Arial" panose="020B0604020202020204" pitchFamily="34" charset="0"/>
              </a:rPr>
              <a:t>i</a:t>
            </a:r>
            <a:r>
              <a:rPr sz="2600" spc="-5" dirty="0">
                <a:latin typeface="Arial" panose="020B0604020202020204" pitchFamily="34" charset="0"/>
                <a:cs typeface="Arial" panose="020B0604020202020204" pitchFamily="34" charset="0"/>
              </a:rPr>
              <a:t>l</a:t>
            </a:r>
            <a:r>
              <a:rPr sz="2600" spc="-20" dirty="0">
                <a:latin typeface="Arial" panose="020B0604020202020204" pitchFamily="34" charset="0"/>
                <a:cs typeface="Arial" panose="020B0604020202020204" pitchFamily="34" charset="0"/>
              </a:rPr>
              <a:t>esys</a:t>
            </a:r>
            <a:r>
              <a:rPr sz="2600" spc="-10" dirty="0">
                <a:latin typeface="Arial" panose="020B0604020202020204" pitchFamily="34" charset="0"/>
                <a:cs typeface="Arial" panose="020B0604020202020204" pitchFamily="34" charset="0"/>
              </a:rPr>
              <a:t>te</a:t>
            </a:r>
            <a:r>
              <a:rPr sz="2600" dirty="0">
                <a:latin typeface="Arial" panose="020B0604020202020204" pitchFamily="34" charset="0"/>
                <a:cs typeface="Arial" panose="020B0604020202020204" pitchFamily="34" charset="0"/>
              </a:rPr>
              <a:t>m</a:t>
            </a:r>
            <a:r>
              <a:rPr sz="2600" spc="60" dirty="0">
                <a:latin typeface="Arial" panose="020B0604020202020204" pitchFamily="34" charset="0"/>
                <a:cs typeface="Arial" panose="020B0604020202020204" pitchFamily="34" charset="0"/>
              </a:rPr>
              <a:t> </a:t>
            </a:r>
            <a:r>
              <a:rPr sz="2600" spc="-10" dirty="0">
                <a:latin typeface="Arial" panose="020B0604020202020204" pitchFamily="34" charset="0"/>
                <a:cs typeface="Arial" panose="020B0604020202020204" pitchFamily="34" charset="0"/>
              </a:rPr>
              <a:t>b</a:t>
            </a:r>
            <a:r>
              <a:rPr sz="2600" spc="-5" dirty="0">
                <a:latin typeface="Arial" panose="020B0604020202020204" pitchFamily="34" charset="0"/>
                <a:cs typeface="Arial" panose="020B0604020202020204" pitchFamily="34" charset="0"/>
              </a:rPr>
              <a:t>ackups</a:t>
            </a:r>
            <a:r>
              <a:rPr sz="2600" dirty="0">
                <a:latin typeface="Arial" panose="020B0604020202020204" pitchFamily="34" charset="0"/>
                <a:cs typeface="Arial" panose="020B0604020202020204" pitchFamily="34" charset="0"/>
              </a:rPr>
              <a:t>,</a:t>
            </a:r>
            <a:r>
              <a:rPr sz="2600" spc="60" dirty="0">
                <a:latin typeface="Arial" panose="020B0604020202020204" pitchFamily="34" charset="0"/>
                <a:cs typeface="Arial" panose="020B0604020202020204" pitchFamily="34" charset="0"/>
              </a:rPr>
              <a:t> </a:t>
            </a:r>
            <a:r>
              <a:rPr sz="2600" spc="-5" dirty="0">
                <a:latin typeface="Arial" panose="020B0604020202020204" pitchFamily="34" charset="0"/>
                <a:cs typeface="Arial" panose="020B0604020202020204" pitchFamily="34" charset="0"/>
              </a:rPr>
              <a:t>r</a:t>
            </a:r>
            <a:r>
              <a:rPr sz="2600" spc="-20" dirty="0">
                <a:latin typeface="Arial" panose="020B0604020202020204" pitchFamily="34" charset="0"/>
                <a:cs typeface="Arial" panose="020B0604020202020204" pitchFamily="34" charset="0"/>
              </a:rPr>
              <a:t>es</a:t>
            </a:r>
            <a:r>
              <a:rPr sz="2600" spc="-10" dirty="0">
                <a:latin typeface="Arial" panose="020B0604020202020204" pitchFamily="34" charset="0"/>
                <a:cs typeface="Arial" panose="020B0604020202020204" pitchFamily="34" charset="0"/>
              </a:rPr>
              <a:t>to</a:t>
            </a:r>
            <a:r>
              <a:rPr sz="2600" spc="5" dirty="0">
                <a:latin typeface="Arial" panose="020B0604020202020204" pitchFamily="34" charset="0"/>
                <a:cs typeface="Arial" panose="020B0604020202020204" pitchFamily="34" charset="0"/>
              </a:rPr>
              <a:t>r</a:t>
            </a:r>
            <a:r>
              <a:rPr sz="2600" spc="-10" dirty="0">
                <a:latin typeface="Arial" panose="020B0604020202020204" pitchFamily="34" charset="0"/>
                <a:cs typeface="Arial" panose="020B0604020202020204" pitchFamily="34" charset="0"/>
              </a:rPr>
              <a:t>e</a:t>
            </a:r>
            <a:r>
              <a:rPr sz="2600" dirty="0">
                <a:latin typeface="Arial" panose="020B0604020202020204" pitchFamily="34" charset="0"/>
                <a:cs typeface="Arial" panose="020B0604020202020204" pitchFamily="34" charset="0"/>
              </a:rPr>
              <a:t>s</a:t>
            </a:r>
          </a:p>
          <a:p>
            <a:pPr marL="0" marR="5080" indent="0">
              <a:lnSpc>
                <a:spcPct val="118500"/>
              </a:lnSpc>
              <a:spcBef>
                <a:spcPts val="5"/>
              </a:spcBef>
              <a:buNone/>
            </a:pPr>
            <a:r>
              <a:rPr sz="2600" spc="-20" dirty="0">
                <a:latin typeface="Arial" panose="020B0604020202020204" pitchFamily="34" charset="0"/>
                <a:cs typeface="Arial" panose="020B0604020202020204" pitchFamily="34" charset="0"/>
              </a:rPr>
              <a:t>Ins</a:t>
            </a:r>
            <a:r>
              <a:rPr sz="2600" spc="-10" dirty="0">
                <a:latin typeface="Arial" panose="020B0604020202020204" pitchFamily="34" charset="0"/>
                <a:cs typeface="Arial" panose="020B0604020202020204" pitchFamily="34" charset="0"/>
              </a:rPr>
              <a:t>t</a:t>
            </a:r>
            <a:r>
              <a:rPr sz="2600" spc="-5" dirty="0">
                <a:latin typeface="Arial" panose="020B0604020202020204" pitchFamily="34" charset="0"/>
                <a:cs typeface="Arial" panose="020B0604020202020204" pitchFamily="34" charset="0"/>
              </a:rPr>
              <a:t>al</a:t>
            </a:r>
            <a:r>
              <a:rPr sz="2600" dirty="0">
                <a:latin typeface="Arial" panose="020B0604020202020204" pitchFamily="34" charset="0"/>
                <a:cs typeface="Arial" panose="020B0604020202020204" pitchFamily="34" charset="0"/>
              </a:rPr>
              <a:t>l</a:t>
            </a:r>
            <a:r>
              <a:rPr sz="2600" spc="65" dirty="0">
                <a:latin typeface="Arial" panose="020B0604020202020204" pitchFamily="34" charset="0"/>
                <a:cs typeface="Arial" panose="020B0604020202020204" pitchFamily="34" charset="0"/>
              </a:rPr>
              <a:t> </a:t>
            </a:r>
            <a:r>
              <a:rPr sz="2600" spc="-5" dirty="0">
                <a:latin typeface="Arial" panose="020B0604020202020204" pitchFamily="34" charset="0"/>
                <a:cs typeface="Arial" panose="020B0604020202020204" pitchFamily="34" charset="0"/>
              </a:rPr>
              <a:t>an</a:t>
            </a:r>
            <a:r>
              <a:rPr sz="2600" dirty="0">
                <a:latin typeface="Arial" panose="020B0604020202020204" pitchFamily="34" charset="0"/>
                <a:cs typeface="Arial" panose="020B0604020202020204" pitchFamily="34" charset="0"/>
              </a:rPr>
              <a:t>d</a:t>
            </a:r>
            <a:r>
              <a:rPr sz="2600" spc="60" dirty="0">
                <a:latin typeface="Arial" panose="020B0604020202020204" pitchFamily="34" charset="0"/>
                <a:cs typeface="Arial" panose="020B0604020202020204" pitchFamily="34" charset="0"/>
              </a:rPr>
              <a:t> </a:t>
            </a:r>
            <a:r>
              <a:rPr sz="2600" dirty="0">
                <a:latin typeface="Arial" panose="020B0604020202020204" pitchFamily="34" charset="0"/>
                <a:cs typeface="Arial" panose="020B0604020202020204" pitchFamily="34" charset="0"/>
              </a:rPr>
              <a:t>conf</a:t>
            </a:r>
            <a:r>
              <a:rPr sz="2600" spc="-5" dirty="0">
                <a:latin typeface="Arial" panose="020B0604020202020204" pitchFamily="34" charset="0"/>
                <a:cs typeface="Arial" panose="020B0604020202020204" pitchFamily="34" charset="0"/>
              </a:rPr>
              <a:t>ig</a:t>
            </a:r>
            <a:r>
              <a:rPr sz="2600" spc="-10" dirty="0">
                <a:latin typeface="Arial" panose="020B0604020202020204" pitchFamily="34" charset="0"/>
                <a:cs typeface="Arial" panose="020B0604020202020204" pitchFamily="34" charset="0"/>
              </a:rPr>
              <a:t>u</a:t>
            </a:r>
            <a:r>
              <a:rPr sz="2600" spc="5" dirty="0">
                <a:latin typeface="Arial" panose="020B0604020202020204" pitchFamily="34" charset="0"/>
                <a:cs typeface="Arial" panose="020B0604020202020204" pitchFamily="34" charset="0"/>
              </a:rPr>
              <a:t>r</a:t>
            </a:r>
            <a:r>
              <a:rPr sz="2600" dirty="0">
                <a:latin typeface="Arial" panose="020B0604020202020204" pitchFamily="34" charset="0"/>
                <a:cs typeface="Arial" panose="020B0604020202020204" pitchFamily="34" charset="0"/>
              </a:rPr>
              <a:t>e</a:t>
            </a:r>
            <a:r>
              <a:rPr sz="2600" spc="60" dirty="0">
                <a:latin typeface="Arial" panose="020B0604020202020204" pitchFamily="34" charset="0"/>
                <a:cs typeface="Arial" panose="020B0604020202020204" pitchFamily="34" charset="0"/>
              </a:rPr>
              <a:t> </a:t>
            </a:r>
            <a:r>
              <a:rPr sz="2600" spc="-5" dirty="0">
                <a:latin typeface="Arial" panose="020B0604020202020204" pitchFamily="34" charset="0"/>
                <a:cs typeface="Arial" panose="020B0604020202020204" pitchFamily="34" charset="0"/>
              </a:rPr>
              <a:t>ne</a:t>
            </a:r>
            <a:r>
              <a:rPr sz="2600" dirty="0">
                <a:latin typeface="Arial" panose="020B0604020202020204" pitchFamily="34" charset="0"/>
                <a:cs typeface="Arial" panose="020B0604020202020204" pitchFamily="34" charset="0"/>
              </a:rPr>
              <a:t>w</a:t>
            </a:r>
            <a:r>
              <a:rPr sz="2600" spc="65" dirty="0">
                <a:latin typeface="Arial" panose="020B0604020202020204" pitchFamily="34" charset="0"/>
                <a:cs typeface="Arial" panose="020B0604020202020204" pitchFamily="34" charset="0"/>
              </a:rPr>
              <a:t> </a:t>
            </a:r>
            <a:r>
              <a:rPr sz="2600" spc="-15" dirty="0">
                <a:latin typeface="Arial" panose="020B0604020202020204" pitchFamily="34" charset="0"/>
                <a:cs typeface="Arial" panose="020B0604020202020204" pitchFamily="34" charset="0"/>
              </a:rPr>
              <a:t>so</a:t>
            </a:r>
            <a:r>
              <a:rPr sz="2600" spc="-20" dirty="0">
                <a:latin typeface="Arial" panose="020B0604020202020204" pitchFamily="34" charset="0"/>
                <a:cs typeface="Arial" panose="020B0604020202020204" pitchFamily="34" charset="0"/>
              </a:rPr>
              <a:t>f</a:t>
            </a:r>
            <a:r>
              <a:rPr sz="2600" spc="-10" dirty="0">
                <a:latin typeface="Arial" panose="020B0604020202020204" pitchFamily="34" charset="0"/>
                <a:cs typeface="Arial" panose="020B0604020202020204" pitchFamily="34" charset="0"/>
              </a:rPr>
              <a:t>t</a:t>
            </a:r>
            <a:r>
              <a:rPr sz="2600" spc="5" dirty="0">
                <a:latin typeface="Arial" panose="020B0604020202020204" pitchFamily="34" charset="0"/>
                <a:cs typeface="Arial" panose="020B0604020202020204" pitchFamily="34" charset="0"/>
              </a:rPr>
              <a:t>w</a:t>
            </a:r>
            <a:r>
              <a:rPr sz="2600" spc="-10" dirty="0">
                <a:latin typeface="Arial" panose="020B0604020202020204" pitchFamily="34" charset="0"/>
                <a:cs typeface="Arial" panose="020B0604020202020204" pitchFamily="34" charset="0"/>
              </a:rPr>
              <a:t>a</a:t>
            </a:r>
            <a:r>
              <a:rPr sz="2600" spc="5" dirty="0">
                <a:latin typeface="Arial" panose="020B0604020202020204" pitchFamily="34" charset="0"/>
                <a:cs typeface="Arial" panose="020B0604020202020204" pitchFamily="34" charset="0"/>
              </a:rPr>
              <a:t>r</a:t>
            </a:r>
            <a:r>
              <a:rPr sz="2600" dirty="0">
                <a:latin typeface="Arial" panose="020B0604020202020204" pitchFamily="34" charset="0"/>
                <a:cs typeface="Arial" panose="020B0604020202020204" pitchFamily="34" charset="0"/>
              </a:rPr>
              <a:t>e</a:t>
            </a:r>
            <a:r>
              <a:rPr sz="2600" spc="60" dirty="0">
                <a:latin typeface="Arial" panose="020B0604020202020204" pitchFamily="34" charset="0"/>
                <a:cs typeface="Arial" panose="020B0604020202020204" pitchFamily="34" charset="0"/>
              </a:rPr>
              <a:t> </a:t>
            </a:r>
            <a:r>
              <a:rPr sz="2600" spc="-5" dirty="0">
                <a:latin typeface="Arial" panose="020B0604020202020204" pitchFamily="34" charset="0"/>
                <a:cs typeface="Arial" panose="020B0604020202020204" pitchFamily="34" charset="0"/>
              </a:rPr>
              <a:t>an</a:t>
            </a:r>
            <a:r>
              <a:rPr sz="2600" dirty="0">
                <a:latin typeface="Arial" panose="020B0604020202020204" pitchFamily="34" charset="0"/>
                <a:cs typeface="Arial" panose="020B0604020202020204" pitchFamily="34" charset="0"/>
              </a:rPr>
              <a:t>d</a:t>
            </a:r>
            <a:r>
              <a:rPr sz="2600" spc="60" dirty="0">
                <a:latin typeface="Arial" panose="020B0604020202020204" pitchFamily="34" charset="0"/>
                <a:cs typeface="Arial" panose="020B0604020202020204" pitchFamily="34" charset="0"/>
              </a:rPr>
              <a:t> </a:t>
            </a:r>
            <a:r>
              <a:rPr sz="2600" dirty="0">
                <a:latin typeface="Arial" panose="020B0604020202020204" pitchFamily="34" charset="0"/>
                <a:cs typeface="Arial" panose="020B0604020202020204" pitchFamily="34" charset="0"/>
              </a:rPr>
              <a:t>se</a:t>
            </a:r>
            <a:r>
              <a:rPr sz="2600" spc="-5" dirty="0">
                <a:latin typeface="Arial" panose="020B0604020202020204" pitchFamily="34" charset="0"/>
                <a:cs typeface="Arial" panose="020B0604020202020204" pitchFamily="34" charset="0"/>
              </a:rPr>
              <a:t>r</a:t>
            </a:r>
            <a:r>
              <a:rPr sz="2600" dirty="0">
                <a:latin typeface="Arial" panose="020B0604020202020204" pitchFamily="34" charset="0"/>
                <a:cs typeface="Arial" panose="020B0604020202020204" pitchFamily="34" charset="0"/>
              </a:rPr>
              <a:t>v</a:t>
            </a:r>
            <a:r>
              <a:rPr sz="2600" spc="5" dirty="0">
                <a:latin typeface="Arial" panose="020B0604020202020204" pitchFamily="34" charset="0"/>
                <a:cs typeface="Arial" panose="020B0604020202020204" pitchFamily="34" charset="0"/>
              </a:rPr>
              <a:t>i</a:t>
            </a:r>
            <a:r>
              <a:rPr sz="2600" dirty="0">
                <a:latin typeface="Arial" panose="020B0604020202020204" pitchFamily="34" charset="0"/>
                <a:cs typeface="Arial" panose="020B0604020202020204" pitchFamily="34" charset="0"/>
              </a:rPr>
              <a:t>c</a:t>
            </a:r>
            <a:r>
              <a:rPr sz="2600" spc="-10" dirty="0">
                <a:latin typeface="Arial" panose="020B0604020202020204" pitchFamily="34" charset="0"/>
                <a:cs typeface="Arial" panose="020B0604020202020204" pitchFamily="34" charset="0"/>
              </a:rPr>
              <a:t>e</a:t>
            </a:r>
            <a:r>
              <a:rPr sz="2600" dirty="0">
                <a:latin typeface="Arial" panose="020B0604020202020204" pitchFamily="34" charset="0"/>
                <a:cs typeface="Arial" panose="020B0604020202020204" pitchFamily="34" charset="0"/>
              </a:rPr>
              <a:t>s </a:t>
            </a:r>
            <a:r>
              <a:rPr sz="2600" spc="-30" dirty="0">
                <a:latin typeface="Arial" panose="020B0604020202020204" pitchFamily="34" charset="0"/>
                <a:cs typeface="Arial" panose="020B0604020202020204" pitchFamily="34" charset="0"/>
              </a:rPr>
              <a:t>K</a:t>
            </a:r>
            <a:r>
              <a:rPr sz="2600" spc="-5" dirty="0">
                <a:latin typeface="Arial" panose="020B0604020202020204" pitchFamily="34" charset="0"/>
                <a:cs typeface="Arial" panose="020B0604020202020204" pitchFamily="34" charset="0"/>
              </a:rPr>
              <a:t>ee</a:t>
            </a:r>
            <a:r>
              <a:rPr sz="2600" dirty="0">
                <a:latin typeface="Arial" panose="020B0604020202020204" pitchFamily="34" charset="0"/>
                <a:cs typeface="Arial" panose="020B0604020202020204" pitchFamily="34" charset="0"/>
              </a:rPr>
              <a:t>p</a:t>
            </a:r>
            <a:r>
              <a:rPr sz="2600" spc="55" dirty="0">
                <a:latin typeface="Arial" panose="020B0604020202020204" pitchFamily="34" charset="0"/>
                <a:cs typeface="Arial" panose="020B0604020202020204" pitchFamily="34" charset="0"/>
              </a:rPr>
              <a:t> </a:t>
            </a:r>
            <a:r>
              <a:rPr sz="2600" spc="-15" dirty="0">
                <a:latin typeface="Arial" panose="020B0604020202020204" pitchFamily="34" charset="0"/>
                <a:cs typeface="Arial" panose="020B0604020202020204" pitchFamily="34" charset="0"/>
              </a:rPr>
              <a:t>syst</a:t>
            </a:r>
            <a:r>
              <a:rPr sz="2600" spc="-5" dirty="0">
                <a:latin typeface="Arial" panose="020B0604020202020204" pitchFamily="34" charset="0"/>
                <a:cs typeface="Arial" panose="020B0604020202020204" pitchFamily="34" charset="0"/>
              </a:rPr>
              <a:t>em</a:t>
            </a:r>
            <a:r>
              <a:rPr sz="2600" dirty="0">
                <a:latin typeface="Arial" panose="020B0604020202020204" pitchFamily="34" charset="0"/>
                <a:cs typeface="Arial" panose="020B0604020202020204" pitchFamily="34" charset="0"/>
              </a:rPr>
              <a:t>s</a:t>
            </a:r>
            <a:r>
              <a:rPr sz="2600" spc="70" dirty="0">
                <a:latin typeface="Arial" panose="020B0604020202020204" pitchFamily="34" charset="0"/>
                <a:cs typeface="Arial" panose="020B0604020202020204" pitchFamily="34" charset="0"/>
              </a:rPr>
              <a:t> </a:t>
            </a:r>
            <a:r>
              <a:rPr sz="2600" spc="-5" dirty="0">
                <a:latin typeface="Arial" panose="020B0604020202020204" pitchFamily="34" charset="0"/>
                <a:cs typeface="Arial" panose="020B0604020202020204" pitchFamily="34" charset="0"/>
              </a:rPr>
              <a:t>a</a:t>
            </a:r>
            <a:r>
              <a:rPr sz="2600" spc="-10" dirty="0">
                <a:latin typeface="Arial" panose="020B0604020202020204" pitchFamily="34" charset="0"/>
                <a:cs typeface="Arial" panose="020B0604020202020204" pitchFamily="34" charset="0"/>
              </a:rPr>
              <a:t>n</a:t>
            </a:r>
            <a:r>
              <a:rPr sz="2600" dirty="0">
                <a:latin typeface="Arial" panose="020B0604020202020204" pitchFamily="34" charset="0"/>
                <a:cs typeface="Arial" panose="020B0604020202020204" pitchFamily="34" charset="0"/>
              </a:rPr>
              <a:t>d</a:t>
            </a:r>
            <a:r>
              <a:rPr sz="2600" spc="65" dirty="0">
                <a:latin typeface="Arial" panose="020B0604020202020204" pitchFamily="34" charset="0"/>
                <a:cs typeface="Arial" panose="020B0604020202020204" pitchFamily="34" charset="0"/>
              </a:rPr>
              <a:t> </a:t>
            </a:r>
            <a:r>
              <a:rPr sz="2600" dirty="0">
                <a:latin typeface="Arial" panose="020B0604020202020204" pitchFamily="34" charset="0"/>
                <a:cs typeface="Arial" panose="020B0604020202020204" pitchFamily="34" charset="0"/>
              </a:rPr>
              <a:t>se</a:t>
            </a:r>
            <a:r>
              <a:rPr sz="2600" spc="-5" dirty="0">
                <a:latin typeface="Arial" panose="020B0604020202020204" pitchFamily="34" charset="0"/>
                <a:cs typeface="Arial" panose="020B0604020202020204" pitchFamily="34" charset="0"/>
              </a:rPr>
              <a:t>r</a:t>
            </a:r>
            <a:r>
              <a:rPr sz="2600" dirty="0">
                <a:latin typeface="Arial" panose="020B0604020202020204" pitchFamily="34" charset="0"/>
                <a:cs typeface="Arial" panose="020B0604020202020204" pitchFamily="34" charset="0"/>
              </a:rPr>
              <a:t>v</a:t>
            </a:r>
            <a:r>
              <a:rPr sz="2600" spc="-5" dirty="0">
                <a:latin typeface="Arial" panose="020B0604020202020204" pitchFamily="34" charset="0"/>
                <a:cs typeface="Arial" panose="020B0604020202020204" pitchFamily="34" charset="0"/>
              </a:rPr>
              <a:t>i</a:t>
            </a:r>
            <a:r>
              <a:rPr sz="2600" dirty="0">
                <a:latin typeface="Arial" panose="020B0604020202020204" pitchFamily="34" charset="0"/>
                <a:cs typeface="Arial" panose="020B0604020202020204" pitchFamily="34" charset="0"/>
              </a:rPr>
              <a:t>ces</a:t>
            </a:r>
            <a:r>
              <a:rPr sz="2600" spc="65" dirty="0">
                <a:latin typeface="Arial" panose="020B0604020202020204" pitchFamily="34" charset="0"/>
                <a:cs typeface="Arial" panose="020B0604020202020204" pitchFamily="34" charset="0"/>
              </a:rPr>
              <a:t> </a:t>
            </a:r>
            <a:r>
              <a:rPr sz="2600" spc="-10" dirty="0">
                <a:latin typeface="Arial" panose="020B0604020202020204" pitchFamily="34" charset="0"/>
                <a:cs typeface="Arial" panose="020B0604020202020204" pitchFamily="34" charset="0"/>
              </a:rPr>
              <a:t>o</a:t>
            </a:r>
            <a:r>
              <a:rPr sz="2600" spc="-5" dirty="0">
                <a:latin typeface="Arial" panose="020B0604020202020204" pitchFamily="34" charset="0"/>
                <a:cs typeface="Arial" panose="020B0604020202020204" pitchFamily="34" charset="0"/>
              </a:rPr>
              <a:t>per</a:t>
            </a:r>
            <a:r>
              <a:rPr sz="2600" spc="-25" dirty="0">
                <a:latin typeface="Arial" panose="020B0604020202020204" pitchFamily="34" charset="0"/>
                <a:cs typeface="Arial" panose="020B0604020202020204" pitchFamily="34" charset="0"/>
              </a:rPr>
              <a:t>a</a:t>
            </a:r>
            <a:r>
              <a:rPr sz="2600" spc="-10" dirty="0">
                <a:latin typeface="Arial" panose="020B0604020202020204" pitchFamily="34" charset="0"/>
                <a:cs typeface="Arial" panose="020B0604020202020204" pitchFamily="34" charset="0"/>
              </a:rPr>
              <a:t>t</a:t>
            </a:r>
            <a:r>
              <a:rPr sz="2600" spc="-5" dirty="0">
                <a:latin typeface="Arial" panose="020B0604020202020204" pitchFamily="34" charset="0"/>
                <a:cs typeface="Arial" panose="020B0604020202020204" pitchFamily="34" charset="0"/>
              </a:rPr>
              <a:t>ing</a:t>
            </a:r>
            <a:endParaRPr sz="2600" dirty="0">
              <a:latin typeface="Arial" panose="020B0604020202020204" pitchFamily="34" charset="0"/>
              <a:cs typeface="Arial" panose="020B0604020202020204" pitchFamily="34" charset="0"/>
            </a:endParaRPr>
          </a:p>
        </p:txBody>
      </p:sp>
      <p:sp>
        <p:nvSpPr>
          <p:cNvPr id="3" name="object 3"/>
          <p:cNvSpPr txBox="1"/>
          <p:nvPr/>
        </p:nvSpPr>
        <p:spPr>
          <a:xfrm>
            <a:off x="835656" y="1943182"/>
            <a:ext cx="153035" cy="185420"/>
          </a:xfrm>
          <a:prstGeom prst="rect">
            <a:avLst/>
          </a:prstGeom>
        </p:spPr>
        <p:txBody>
          <a:bodyPr vert="horz" wrap="square" lIns="0" tIns="0" rIns="0" bIns="0" rtlCol="0">
            <a:spAutoFit/>
          </a:bodyPr>
          <a:lstStyle/>
          <a:p>
            <a:pPr marL="12700">
              <a:lnSpc>
                <a:spcPct val="100000"/>
              </a:lnSpc>
            </a:pPr>
            <a:r>
              <a:rPr sz="1250" dirty="0">
                <a:latin typeface="OpenSymbol"/>
                <a:cs typeface="OpenSymbol"/>
              </a:rPr>
              <a:t>●</a:t>
            </a:r>
          </a:p>
        </p:txBody>
      </p:sp>
      <p:sp>
        <p:nvSpPr>
          <p:cNvPr id="5" name="object 5"/>
          <p:cNvSpPr txBox="1"/>
          <p:nvPr/>
        </p:nvSpPr>
        <p:spPr>
          <a:xfrm>
            <a:off x="835656" y="2448639"/>
            <a:ext cx="153035" cy="185420"/>
          </a:xfrm>
          <a:prstGeom prst="rect">
            <a:avLst/>
          </a:prstGeom>
        </p:spPr>
        <p:txBody>
          <a:bodyPr vert="horz" wrap="square" lIns="0" tIns="0" rIns="0" bIns="0" rtlCol="0">
            <a:spAutoFit/>
          </a:bodyPr>
          <a:lstStyle/>
          <a:p>
            <a:pPr marL="12700">
              <a:lnSpc>
                <a:spcPct val="100000"/>
              </a:lnSpc>
            </a:pPr>
            <a:r>
              <a:rPr sz="1250" dirty="0">
                <a:latin typeface="OpenSymbol"/>
                <a:cs typeface="OpenSymbol"/>
              </a:rPr>
              <a:t>●</a:t>
            </a:r>
          </a:p>
        </p:txBody>
      </p:sp>
      <p:sp>
        <p:nvSpPr>
          <p:cNvPr id="6" name="object 6"/>
          <p:cNvSpPr txBox="1"/>
          <p:nvPr/>
        </p:nvSpPr>
        <p:spPr>
          <a:xfrm>
            <a:off x="835656" y="2955369"/>
            <a:ext cx="153035" cy="185420"/>
          </a:xfrm>
          <a:prstGeom prst="rect">
            <a:avLst/>
          </a:prstGeom>
        </p:spPr>
        <p:txBody>
          <a:bodyPr vert="horz" wrap="square" lIns="0" tIns="0" rIns="0" bIns="0" rtlCol="0">
            <a:spAutoFit/>
          </a:bodyPr>
          <a:lstStyle/>
          <a:p>
            <a:pPr marL="12700">
              <a:lnSpc>
                <a:spcPct val="100000"/>
              </a:lnSpc>
            </a:pPr>
            <a:r>
              <a:rPr sz="1250" dirty="0">
                <a:latin typeface="OpenSymbol"/>
                <a:cs typeface="OpenSymbol"/>
              </a:rPr>
              <a:t>●</a:t>
            </a:r>
          </a:p>
        </p:txBody>
      </p:sp>
      <p:sp>
        <p:nvSpPr>
          <p:cNvPr id="7" name="object 7"/>
          <p:cNvSpPr txBox="1"/>
          <p:nvPr/>
        </p:nvSpPr>
        <p:spPr>
          <a:xfrm>
            <a:off x="835656" y="3460825"/>
            <a:ext cx="153035" cy="185420"/>
          </a:xfrm>
          <a:prstGeom prst="rect">
            <a:avLst/>
          </a:prstGeom>
        </p:spPr>
        <p:txBody>
          <a:bodyPr vert="horz" wrap="square" lIns="0" tIns="0" rIns="0" bIns="0" rtlCol="0">
            <a:spAutoFit/>
          </a:bodyPr>
          <a:lstStyle/>
          <a:p>
            <a:pPr marL="12700">
              <a:lnSpc>
                <a:spcPct val="100000"/>
              </a:lnSpc>
            </a:pPr>
            <a:r>
              <a:rPr sz="1250" dirty="0">
                <a:latin typeface="OpenSymbol"/>
                <a:cs typeface="OpenSymbol"/>
              </a:rPr>
              <a:t>●</a:t>
            </a:r>
          </a:p>
        </p:txBody>
      </p:sp>
      <p:sp>
        <p:nvSpPr>
          <p:cNvPr id="8" name="object 8"/>
          <p:cNvSpPr txBox="1"/>
          <p:nvPr/>
        </p:nvSpPr>
        <p:spPr>
          <a:xfrm>
            <a:off x="835656" y="3967556"/>
            <a:ext cx="153035" cy="185420"/>
          </a:xfrm>
          <a:prstGeom prst="rect">
            <a:avLst/>
          </a:prstGeom>
        </p:spPr>
        <p:txBody>
          <a:bodyPr vert="horz" wrap="square" lIns="0" tIns="0" rIns="0" bIns="0" rtlCol="0">
            <a:spAutoFit/>
          </a:bodyPr>
          <a:lstStyle/>
          <a:p>
            <a:pPr marL="12700">
              <a:lnSpc>
                <a:spcPct val="100000"/>
              </a:lnSpc>
            </a:pPr>
            <a:r>
              <a:rPr sz="1250" dirty="0">
                <a:latin typeface="OpenSymbol"/>
                <a:cs typeface="OpenSymbol"/>
              </a:rPr>
              <a:t>●</a:t>
            </a:r>
          </a:p>
        </p:txBody>
      </p:sp>
      <p:sp>
        <p:nvSpPr>
          <p:cNvPr id="9" name="object 9"/>
          <p:cNvSpPr txBox="1"/>
          <p:nvPr/>
        </p:nvSpPr>
        <p:spPr>
          <a:xfrm>
            <a:off x="1304287" y="4421663"/>
            <a:ext cx="149225" cy="273050"/>
          </a:xfrm>
          <a:prstGeom prst="rect">
            <a:avLst/>
          </a:prstGeom>
        </p:spPr>
        <p:txBody>
          <a:bodyPr vert="horz" wrap="square" lIns="0" tIns="0" rIns="0" bIns="0" rtlCol="0">
            <a:spAutoFit/>
          </a:bodyPr>
          <a:lstStyle/>
          <a:p>
            <a:pPr marL="12700">
              <a:lnSpc>
                <a:spcPct val="100000"/>
              </a:lnSpc>
            </a:pPr>
            <a:r>
              <a:rPr sz="1950" spc="-120" dirty="0">
                <a:latin typeface="OpenSymbol"/>
                <a:cs typeface="OpenSymbol"/>
              </a:rPr>
              <a:t>–</a:t>
            </a:r>
            <a:endParaRPr sz="1950" dirty="0">
              <a:latin typeface="OpenSymbol"/>
              <a:cs typeface="OpenSymbol"/>
            </a:endParaRPr>
          </a:p>
        </p:txBody>
      </p:sp>
      <p:sp>
        <p:nvSpPr>
          <p:cNvPr id="10" name="object 10"/>
          <p:cNvSpPr txBox="1"/>
          <p:nvPr/>
        </p:nvSpPr>
        <p:spPr>
          <a:xfrm>
            <a:off x="1591311" y="4378091"/>
            <a:ext cx="4150995" cy="868680"/>
          </a:xfrm>
          <a:prstGeom prst="rect">
            <a:avLst/>
          </a:prstGeom>
        </p:spPr>
        <p:txBody>
          <a:bodyPr vert="horz" wrap="square" lIns="0" tIns="0" rIns="0" bIns="0" rtlCol="0">
            <a:spAutoFit/>
          </a:bodyPr>
          <a:lstStyle/>
          <a:p>
            <a:pPr marL="12700" marR="5080">
              <a:lnSpc>
                <a:spcPct val="129500"/>
              </a:lnSpc>
            </a:pPr>
            <a:r>
              <a:rPr sz="2600" spc="-10" dirty="0">
                <a:latin typeface="Arial"/>
                <a:cs typeface="Arial"/>
              </a:rPr>
              <a:t>M</a:t>
            </a:r>
            <a:r>
              <a:rPr sz="2600" dirty="0">
                <a:latin typeface="Arial"/>
                <a:cs typeface="Arial"/>
              </a:rPr>
              <a:t>o</a:t>
            </a:r>
            <a:r>
              <a:rPr sz="2600" spc="-10" dirty="0">
                <a:latin typeface="Arial"/>
                <a:cs typeface="Arial"/>
              </a:rPr>
              <a:t>n</a:t>
            </a:r>
            <a:r>
              <a:rPr sz="2600" spc="-5" dirty="0">
                <a:latin typeface="Arial"/>
                <a:cs typeface="Arial"/>
              </a:rPr>
              <a:t>it</a:t>
            </a:r>
            <a:r>
              <a:rPr sz="2600" dirty="0">
                <a:latin typeface="Arial"/>
                <a:cs typeface="Arial"/>
              </a:rPr>
              <a:t>or</a:t>
            </a:r>
            <a:r>
              <a:rPr sz="2600" spc="65" dirty="0">
                <a:latin typeface="Times New Roman"/>
                <a:cs typeface="Times New Roman"/>
              </a:rPr>
              <a:t> </a:t>
            </a:r>
            <a:r>
              <a:rPr sz="2600" spc="-15" dirty="0">
                <a:latin typeface="Arial"/>
                <a:cs typeface="Arial"/>
              </a:rPr>
              <a:t>sys</a:t>
            </a:r>
            <a:r>
              <a:rPr sz="2600" spc="-5" dirty="0">
                <a:latin typeface="Arial"/>
                <a:cs typeface="Arial"/>
              </a:rPr>
              <a:t>t</a:t>
            </a:r>
            <a:r>
              <a:rPr sz="2600" spc="-10" dirty="0">
                <a:latin typeface="Arial"/>
                <a:cs typeface="Arial"/>
              </a:rPr>
              <a:t>e</a:t>
            </a:r>
            <a:r>
              <a:rPr sz="2600" dirty="0">
                <a:latin typeface="Arial"/>
                <a:cs typeface="Arial"/>
              </a:rPr>
              <a:t>m</a:t>
            </a:r>
            <a:r>
              <a:rPr sz="2600" spc="70" dirty="0">
                <a:latin typeface="Times New Roman"/>
                <a:cs typeface="Times New Roman"/>
              </a:rPr>
              <a:t> </a:t>
            </a:r>
            <a:r>
              <a:rPr sz="2600" spc="-10" dirty="0">
                <a:latin typeface="Arial"/>
                <a:cs typeface="Arial"/>
              </a:rPr>
              <a:t>a</a:t>
            </a:r>
            <a:r>
              <a:rPr sz="2600" dirty="0">
                <a:latin typeface="Arial"/>
                <a:cs typeface="Arial"/>
              </a:rPr>
              <a:t>nd</a:t>
            </a:r>
            <a:r>
              <a:rPr sz="2600" spc="70" dirty="0">
                <a:latin typeface="Times New Roman"/>
                <a:cs typeface="Times New Roman"/>
              </a:rPr>
              <a:t> </a:t>
            </a:r>
            <a:r>
              <a:rPr sz="2600" spc="-10" dirty="0">
                <a:latin typeface="Arial"/>
                <a:cs typeface="Arial"/>
              </a:rPr>
              <a:t>n</a:t>
            </a:r>
            <a:r>
              <a:rPr sz="2600" dirty="0">
                <a:latin typeface="Arial"/>
                <a:cs typeface="Arial"/>
              </a:rPr>
              <a:t>e</a:t>
            </a:r>
            <a:r>
              <a:rPr sz="2600" spc="-15" dirty="0">
                <a:latin typeface="Arial"/>
                <a:cs typeface="Arial"/>
              </a:rPr>
              <a:t>t</a:t>
            </a:r>
            <a:r>
              <a:rPr sz="2600" spc="-5" dirty="0">
                <a:latin typeface="Arial"/>
                <a:cs typeface="Arial"/>
              </a:rPr>
              <a:t>w</a:t>
            </a:r>
            <a:r>
              <a:rPr sz="2600" spc="-10" dirty="0">
                <a:latin typeface="Arial"/>
                <a:cs typeface="Arial"/>
              </a:rPr>
              <a:t>o</a:t>
            </a:r>
            <a:r>
              <a:rPr sz="2600" dirty="0">
                <a:latin typeface="Arial"/>
                <a:cs typeface="Arial"/>
              </a:rPr>
              <a:t>rk</a:t>
            </a:r>
            <a:r>
              <a:rPr sz="2600" dirty="0">
                <a:latin typeface="Times New Roman"/>
                <a:cs typeface="Times New Roman"/>
              </a:rPr>
              <a:t> </a:t>
            </a:r>
            <a:r>
              <a:rPr sz="2600" spc="-30" dirty="0">
                <a:latin typeface="Arial"/>
                <a:cs typeface="Arial"/>
              </a:rPr>
              <a:t>T</a:t>
            </a:r>
            <a:r>
              <a:rPr sz="2600" dirty="0">
                <a:latin typeface="Arial"/>
                <a:cs typeface="Arial"/>
              </a:rPr>
              <a:t>r</a:t>
            </a:r>
            <a:r>
              <a:rPr sz="2600" spc="-10" dirty="0">
                <a:latin typeface="Arial"/>
                <a:cs typeface="Arial"/>
              </a:rPr>
              <a:t>o</a:t>
            </a:r>
            <a:r>
              <a:rPr sz="2600" dirty="0">
                <a:latin typeface="Arial"/>
                <a:cs typeface="Arial"/>
              </a:rPr>
              <a:t>ub</a:t>
            </a:r>
            <a:r>
              <a:rPr sz="2600" spc="-10" dirty="0">
                <a:latin typeface="Arial"/>
                <a:cs typeface="Arial"/>
              </a:rPr>
              <a:t>l</a:t>
            </a:r>
            <a:r>
              <a:rPr sz="2600" dirty="0">
                <a:latin typeface="Arial"/>
                <a:cs typeface="Arial"/>
              </a:rPr>
              <a:t>es</a:t>
            </a:r>
            <a:r>
              <a:rPr sz="2600" spc="-10" dirty="0">
                <a:latin typeface="Arial"/>
                <a:cs typeface="Arial"/>
              </a:rPr>
              <a:t>h</a:t>
            </a:r>
            <a:r>
              <a:rPr sz="2600" dirty="0">
                <a:latin typeface="Arial"/>
                <a:cs typeface="Arial"/>
              </a:rPr>
              <a:t>oo</a:t>
            </a:r>
            <a:r>
              <a:rPr sz="2600" spc="-10" dirty="0">
                <a:latin typeface="Arial"/>
                <a:cs typeface="Arial"/>
              </a:rPr>
              <a:t>t</a:t>
            </a:r>
            <a:r>
              <a:rPr sz="2600" spc="65" dirty="0">
                <a:latin typeface="Times New Roman"/>
                <a:cs typeface="Times New Roman"/>
              </a:rPr>
              <a:t> </a:t>
            </a:r>
            <a:r>
              <a:rPr sz="2600" dirty="0">
                <a:latin typeface="Arial"/>
                <a:cs typeface="Arial"/>
              </a:rPr>
              <a:t>p</a:t>
            </a:r>
            <a:r>
              <a:rPr sz="2600" spc="-10" dirty="0">
                <a:latin typeface="Arial"/>
                <a:cs typeface="Arial"/>
              </a:rPr>
              <a:t>r</a:t>
            </a:r>
            <a:r>
              <a:rPr sz="2600" dirty="0">
                <a:latin typeface="Arial"/>
                <a:cs typeface="Arial"/>
              </a:rPr>
              <a:t>o</a:t>
            </a:r>
            <a:r>
              <a:rPr sz="2600" spc="-10" dirty="0">
                <a:latin typeface="Arial"/>
                <a:cs typeface="Arial"/>
              </a:rPr>
              <a:t>b</a:t>
            </a:r>
            <a:r>
              <a:rPr sz="2600" spc="-5" dirty="0">
                <a:latin typeface="Arial"/>
                <a:cs typeface="Arial"/>
              </a:rPr>
              <a:t>l</a:t>
            </a:r>
            <a:r>
              <a:rPr sz="2600" dirty="0">
                <a:latin typeface="Arial"/>
                <a:cs typeface="Arial"/>
              </a:rPr>
              <a:t>e</a:t>
            </a:r>
            <a:r>
              <a:rPr sz="2600" spc="-10" dirty="0">
                <a:latin typeface="Arial"/>
                <a:cs typeface="Arial"/>
              </a:rPr>
              <a:t>m</a:t>
            </a:r>
            <a:r>
              <a:rPr sz="2600" dirty="0">
                <a:latin typeface="Arial"/>
                <a:cs typeface="Arial"/>
              </a:rPr>
              <a:t>s</a:t>
            </a:r>
          </a:p>
        </p:txBody>
      </p:sp>
      <p:sp>
        <p:nvSpPr>
          <p:cNvPr id="11" name="object 11"/>
          <p:cNvSpPr txBox="1"/>
          <p:nvPr/>
        </p:nvSpPr>
        <p:spPr>
          <a:xfrm>
            <a:off x="1304291" y="4934736"/>
            <a:ext cx="149225" cy="273050"/>
          </a:xfrm>
          <a:prstGeom prst="rect">
            <a:avLst/>
          </a:prstGeom>
        </p:spPr>
        <p:txBody>
          <a:bodyPr vert="horz" wrap="square" lIns="0" tIns="0" rIns="0" bIns="0" rtlCol="0">
            <a:spAutoFit/>
          </a:bodyPr>
          <a:lstStyle/>
          <a:p>
            <a:pPr marL="12700">
              <a:lnSpc>
                <a:spcPct val="100000"/>
              </a:lnSpc>
            </a:pPr>
            <a:r>
              <a:rPr sz="1950" spc="-120" dirty="0">
                <a:latin typeface="OpenSymbol"/>
                <a:cs typeface="OpenSymbol"/>
              </a:rPr>
              <a:t>–</a:t>
            </a:r>
            <a:endParaRPr sz="1950" dirty="0">
              <a:latin typeface="OpenSymbol"/>
              <a:cs typeface="OpenSymbol"/>
            </a:endParaRPr>
          </a:p>
        </p:txBody>
      </p:sp>
      <p:sp>
        <p:nvSpPr>
          <p:cNvPr id="12" name="object 12"/>
          <p:cNvSpPr txBox="1"/>
          <p:nvPr/>
        </p:nvSpPr>
        <p:spPr>
          <a:xfrm>
            <a:off x="835656" y="5499177"/>
            <a:ext cx="153035" cy="185420"/>
          </a:xfrm>
          <a:prstGeom prst="rect">
            <a:avLst/>
          </a:prstGeom>
        </p:spPr>
        <p:txBody>
          <a:bodyPr vert="horz" wrap="square" lIns="0" tIns="0" rIns="0" bIns="0" rtlCol="0">
            <a:spAutoFit/>
          </a:bodyPr>
          <a:lstStyle/>
          <a:p>
            <a:pPr marL="12700">
              <a:lnSpc>
                <a:spcPct val="100000"/>
              </a:lnSpc>
            </a:pPr>
            <a:r>
              <a:rPr sz="1250" dirty="0">
                <a:latin typeface="OpenSymbol"/>
                <a:cs typeface="OpenSymbol"/>
              </a:rPr>
              <a:t>●</a:t>
            </a:r>
          </a:p>
        </p:txBody>
      </p:sp>
      <p:sp>
        <p:nvSpPr>
          <p:cNvPr id="13" name="object 13"/>
          <p:cNvSpPr txBox="1"/>
          <p:nvPr/>
        </p:nvSpPr>
        <p:spPr>
          <a:xfrm>
            <a:off x="1159507" y="5406530"/>
            <a:ext cx="6773545" cy="1393190"/>
          </a:xfrm>
          <a:prstGeom prst="rect">
            <a:avLst/>
          </a:prstGeom>
        </p:spPr>
        <p:txBody>
          <a:bodyPr vert="horz" wrap="square" lIns="0" tIns="0" rIns="0" bIns="0" rtlCol="0">
            <a:spAutoFit/>
          </a:bodyPr>
          <a:lstStyle/>
          <a:p>
            <a:pPr marL="12700" marR="2983865">
              <a:lnSpc>
                <a:spcPct val="118500"/>
              </a:lnSpc>
            </a:pPr>
            <a:r>
              <a:rPr sz="2800" spc="-5" dirty="0">
                <a:latin typeface="Arial"/>
                <a:cs typeface="Arial"/>
              </a:rPr>
              <a:t>Mai</a:t>
            </a:r>
            <a:r>
              <a:rPr sz="2800" spc="-25" dirty="0">
                <a:latin typeface="Arial"/>
                <a:cs typeface="Arial"/>
              </a:rPr>
              <a:t>n</a:t>
            </a:r>
            <a:r>
              <a:rPr sz="2800" spc="-20" dirty="0">
                <a:latin typeface="Arial"/>
                <a:cs typeface="Arial"/>
              </a:rPr>
              <a:t>t</a:t>
            </a:r>
            <a:r>
              <a:rPr sz="2800" spc="-5" dirty="0">
                <a:latin typeface="Arial"/>
                <a:cs typeface="Arial"/>
              </a:rPr>
              <a:t>ai</a:t>
            </a:r>
            <a:r>
              <a:rPr sz="2800" dirty="0">
                <a:latin typeface="Arial"/>
                <a:cs typeface="Arial"/>
              </a:rPr>
              <a:t>n</a:t>
            </a:r>
            <a:r>
              <a:rPr sz="2800" spc="55" dirty="0">
                <a:latin typeface="Times New Roman"/>
                <a:cs typeface="Times New Roman"/>
              </a:rPr>
              <a:t> </a:t>
            </a:r>
            <a:r>
              <a:rPr sz="2800" spc="-5" dirty="0">
                <a:latin typeface="Arial"/>
                <a:cs typeface="Arial"/>
              </a:rPr>
              <a:t>docume</a:t>
            </a:r>
            <a:r>
              <a:rPr sz="2800" spc="-10" dirty="0">
                <a:latin typeface="Arial"/>
                <a:cs typeface="Arial"/>
              </a:rPr>
              <a:t>nt</a:t>
            </a:r>
            <a:r>
              <a:rPr sz="2800" spc="-25" dirty="0">
                <a:latin typeface="Arial"/>
                <a:cs typeface="Arial"/>
              </a:rPr>
              <a:t>a</a:t>
            </a:r>
            <a:r>
              <a:rPr sz="2800" spc="-10" dirty="0">
                <a:latin typeface="Arial"/>
                <a:cs typeface="Arial"/>
              </a:rPr>
              <a:t>t</a:t>
            </a:r>
            <a:r>
              <a:rPr sz="2800" spc="-5" dirty="0">
                <a:latin typeface="Arial"/>
                <a:cs typeface="Arial"/>
              </a:rPr>
              <a:t>ion</a:t>
            </a:r>
            <a:r>
              <a:rPr sz="2800" spc="-5" dirty="0">
                <a:latin typeface="Times New Roman"/>
                <a:cs typeface="Times New Roman"/>
              </a:rPr>
              <a:t> </a:t>
            </a:r>
            <a:r>
              <a:rPr sz="2800" spc="-30" dirty="0">
                <a:latin typeface="Arial"/>
                <a:cs typeface="Arial"/>
              </a:rPr>
              <a:t>A</a:t>
            </a:r>
            <a:r>
              <a:rPr sz="2800" spc="-5" dirty="0">
                <a:latin typeface="Arial"/>
                <a:cs typeface="Arial"/>
              </a:rPr>
              <a:t>udi</a:t>
            </a:r>
            <a:r>
              <a:rPr sz="2800" spc="-10" dirty="0">
                <a:latin typeface="Arial"/>
                <a:cs typeface="Arial"/>
              </a:rPr>
              <a:t>t</a:t>
            </a:r>
            <a:r>
              <a:rPr sz="2800" spc="55" dirty="0">
                <a:latin typeface="Times New Roman"/>
                <a:cs typeface="Times New Roman"/>
              </a:rPr>
              <a:t> </a:t>
            </a:r>
            <a:r>
              <a:rPr sz="2800" dirty="0">
                <a:latin typeface="Arial"/>
                <a:cs typeface="Arial"/>
              </a:rPr>
              <a:t>s</a:t>
            </a:r>
            <a:r>
              <a:rPr sz="2800" spc="-10" dirty="0">
                <a:latin typeface="Arial"/>
                <a:cs typeface="Arial"/>
              </a:rPr>
              <a:t>e</a:t>
            </a:r>
            <a:r>
              <a:rPr sz="2800" dirty="0">
                <a:latin typeface="Arial"/>
                <a:cs typeface="Arial"/>
              </a:rPr>
              <a:t>cu</a:t>
            </a:r>
            <a:r>
              <a:rPr sz="2800" spc="-5" dirty="0">
                <a:latin typeface="Arial"/>
                <a:cs typeface="Arial"/>
              </a:rPr>
              <a:t>r</a:t>
            </a:r>
            <a:r>
              <a:rPr sz="2800" spc="5" dirty="0">
                <a:latin typeface="Arial"/>
                <a:cs typeface="Arial"/>
              </a:rPr>
              <a:t>i</a:t>
            </a:r>
            <a:r>
              <a:rPr sz="2800" spc="-20" dirty="0">
                <a:latin typeface="Arial"/>
                <a:cs typeface="Arial"/>
              </a:rPr>
              <a:t>t</a:t>
            </a:r>
            <a:r>
              <a:rPr sz="2800" dirty="0">
                <a:latin typeface="Arial"/>
                <a:cs typeface="Arial"/>
              </a:rPr>
              <a:t>y</a:t>
            </a:r>
          </a:p>
          <a:p>
            <a:pPr marL="12700">
              <a:lnSpc>
                <a:spcPct val="100000"/>
              </a:lnSpc>
              <a:spcBef>
                <a:spcPts val="630"/>
              </a:spcBef>
            </a:pPr>
            <a:r>
              <a:rPr sz="2800" spc="-5" dirty="0">
                <a:latin typeface="Arial"/>
                <a:cs typeface="Arial"/>
              </a:rPr>
              <a:t>Hel</a:t>
            </a:r>
            <a:r>
              <a:rPr sz="2800" dirty="0">
                <a:latin typeface="Arial"/>
                <a:cs typeface="Arial"/>
              </a:rPr>
              <a:t>p</a:t>
            </a:r>
            <a:r>
              <a:rPr sz="2800" spc="60" dirty="0">
                <a:latin typeface="Times New Roman"/>
                <a:cs typeface="Times New Roman"/>
              </a:rPr>
              <a:t> </a:t>
            </a:r>
            <a:r>
              <a:rPr sz="2800" spc="-5" dirty="0">
                <a:latin typeface="Arial"/>
                <a:cs typeface="Arial"/>
              </a:rPr>
              <a:t>user</a:t>
            </a:r>
            <a:r>
              <a:rPr sz="2800" spc="-15" dirty="0">
                <a:latin typeface="Arial"/>
                <a:cs typeface="Arial"/>
              </a:rPr>
              <a:t>s,</a:t>
            </a:r>
            <a:r>
              <a:rPr sz="2800" spc="70" dirty="0">
                <a:latin typeface="Times New Roman"/>
                <a:cs typeface="Times New Roman"/>
              </a:rPr>
              <a:t> </a:t>
            </a:r>
            <a:r>
              <a:rPr sz="2800" spc="-5" dirty="0">
                <a:latin typeface="Arial"/>
                <a:cs typeface="Arial"/>
              </a:rPr>
              <a:t>p</a:t>
            </a:r>
            <a:r>
              <a:rPr sz="2800" spc="-10" dirty="0">
                <a:latin typeface="Arial"/>
                <a:cs typeface="Arial"/>
              </a:rPr>
              <a:t>e</a:t>
            </a:r>
            <a:r>
              <a:rPr sz="2800" spc="5" dirty="0">
                <a:latin typeface="Arial"/>
                <a:cs typeface="Arial"/>
              </a:rPr>
              <a:t>r</a:t>
            </a:r>
            <a:r>
              <a:rPr sz="2800" spc="-20" dirty="0">
                <a:latin typeface="Arial"/>
                <a:cs typeface="Arial"/>
              </a:rPr>
              <a:t>f</a:t>
            </a:r>
            <a:r>
              <a:rPr sz="2800" spc="-5" dirty="0">
                <a:latin typeface="Arial"/>
                <a:cs typeface="Arial"/>
              </a:rPr>
              <a:t>or</a:t>
            </a:r>
            <a:r>
              <a:rPr sz="2800" spc="5" dirty="0">
                <a:latin typeface="Arial"/>
                <a:cs typeface="Arial"/>
              </a:rPr>
              <a:t>m</a:t>
            </a:r>
            <a:r>
              <a:rPr sz="2800" spc="-10" dirty="0">
                <a:latin typeface="Arial"/>
                <a:cs typeface="Arial"/>
              </a:rPr>
              <a:t>a</a:t>
            </a:r>
            <a:r>
              <a:rPr sz="2800" spc="-5" dirty="0">
                <a:latin typeface="Arial"/>
                <a:cs typeface="Arial"/>
              </a:rPr>
              <a:t>nc</a:t>
            </a:r>
            <a:r>
              <a:rPr sz="2800" dirty="0">
                <a:latin typeface="Arial"/>
                <a:cs typeface="Arial"/>
              </a:rPr>
              <a:t>e</a:t>
            </a:r>
            <a:r>
              <a:rPr sz="2800" spc="70" dirty="0">
                <a:latin typeface="Times New Roman"/>
                <a:cs typeface="Times New Roman"/>
              </a:rPr>
              <a:t> </a:t>
            </a:r>
            <a:r>
              <a:rPr sz="2800" spc="-10" dirty="0">
                <a:latin typeface="Arial"/>
                <a:cs typeface="Arial"/>
              </a:rPr>
              <a:t>tu</a:t>
            </a:r>
            <a:r>
              <a:rPr sz="2800" spc="-5" dirty="0">
                <a:latin typeface="Arial"/>
                <a:cs typeface="Arial"/>
              </a:rPr>
              <a:t>ning</a:t>
            </a:r>
            <a:r>
              <a:rPr sz="2800" dirty="0">
                <a:latin typeface="Arial"/>
                <a:cs typeface="Arial"/>
              </a:rPr>
              <a:t>,</a:t>
            </a:r>
            <a:r>
              <a:rPr sz="2800" spc="70" dirty="0">
                <a:latin typeface="Times New Roman"/>
                <a:cs typeface="Times New Roman"/>
              </a:rPr>
              <a:t> </a:t>
            </a:r>
            <a:r>
              <a:rPr sz="2800" spc="-10" dirty="0">
                <a:latin typeface="Arial"/>
                <a:cs typeface="Arial"/>
              </a:rPr>
              <a:t>a</a:t>
            </a:r>
            <a:r>
              <a:rPr sz="2800" spc="-5" dirty="0">
                <a:latin typeface="Arial"/>
                <a:cs typeface="Arial"/>
              </a:rPr>
              <a:t>n</a:t>
            </a:r>
            <a:r>
              <a:rPr sz="2800" dirty="0">
                <a:latin typeface="Arial"/>
                <a:cs typeface="Arial"/>
              </a:rPr>
              <a:t>d</a:t>
            </a:r>
            <a:r>
              <a:rPr sz="2800" spc="70" dirty="0">
                <a:latin typeface="Times New Roman"/>
                <a:cs typeface="Times New Roman"/>
              </a:rPr>
              <a:t> </a:t>
            </a:r>
            <a:r>
              <a:rPr sz="2800" spc="-5" dirty="0">
                <a:latin typeface="Arial"/>
                <a:cs typeface="Arial"/>
              </a:rPr>
              <a:t>mor</a:t>
            </a:r>
            <a:r>
              <a:rPr sz="2800" spc="-20" dirty="0">
                <a:latin typeface="Arial"/>
                <a:cs typeface="Arial"/>
              </a:rPr>
              <a:t>e!</a:t>
            </a:r>
            <a:endParaRPr sz="2800" dirty="0">
              <a:latin typeface="Arial"/>
              <a:cs typeface="Arial"/>
            </a:endParaRPr>
          </a:p>
        </p:txBody>
      </p:sp>
      <p:sp>
        <p:nvSpPr>
          <p:cNvPr id="14" name="object 14"/>
          <p:cNvSpPr txBox="1"/>
          <p:nvPr/>
        </p:nvSpPr>
        <p:spPr>
          <a:xfrm>
            <a:off x="835656" y="6005908"/>
            <a:ext cx="153035" cy="185420"/>
          </a:xfrm>
          <a:prstGeom prst="rect">
            <a:avLst/>
          </a:prstGeom>
        </p:spPr>
        <p:txBody>
          <a:bodyPr vert="horz" wrap="square" lIns="0" tIns="0" rIns="0" bIns="0" rtlCol="0">
            <a:spAutoFit/>
          </a:bodyPr>
          <a:lstStyle/>
          <a:p>
            <a:pPr marL="12700">
              <a:lnSpc>
                <a:spcPct val="100000"/>
              </a:lnSpc>
            </a:pPr>
            <a:r>
              <a:rPr sz="1250" dirty="0">
                <a:latin typeface="OpenSymbol"/>
                <a:cs typeface="OpenSymbol"/>
              </a:rPr>
              <a:t>●</a:t>
            </a:r>
          </a:p>
        </p:txBody>
      </p:sp>
      <p:sp>
        <p:nvSpPr>
          <p:cNvPr id="15" name="object 15"/>
          <p:cNvSpPr txBox="1"/>
          <p:nvPr/>
        </p:nvSpPr>
        <p:spPr>
          <a:xfrm>
            <a:off x="835656" y="6511376"/>
            <a:ext cx="153035" cy="185420"/>
          </a:xfrm>
          <a:prstGeom prst="rect">
            <a:avLst/>
          </a:prstGeom>
        </p:spPr>
        <p:txBody>
          <a:bodyPr vert="horz" wrap="square" lIns="0" tIns="0" rIns="0" bIns="0" rtlCol="0">
            <a:spAutoFit/>
          </a:bodyPr>
          <a:lstStyle/>
          <a:p>
            <a:pPr marL="12700">
              <a:lnSpc>
                <a:spcPct val="100000"/>
              </a:lnSpc>
            </a:pPr>
            <a:r>
              <a:rPr sz="1250" dirty="0">
                <a:latin typeface="OpenSymbol"/>
                <a:cs typeface="OpenSymbol"/>
              </a:rPr>
              <a:t>●</a:t>
            </a:r>
          </a:p>
        </p:txBody>
      </p:sp>
      <p:sp>
        <p:nvSpPr>
          <p:cNvPr id="19" name="Slide Number Placeholder 18"/>
          <p:cNvSpPr>
            <a:spLocks noGrp="1"/>
          </p:cNvSpPr>
          <p:nvPr>
            <p:ph type="sldNum" sz="quarter" idx="12"/>
          </p:nvPr>
        </p:nvSpPr>
        <p:spPr/>
        <p:txBody>
          <a:bodyPr/>
          <a:lstStyle/>
          <a:p>
            <a:fld id="{B6F15528-21DE-4FAA-801E-634DDDAF4B2B}" type="slidenum">
              <a:rPr lang="en-US" smtClean="0"/>
              <a:t>4</a:t>
            </a:fld>
            <a:endParaRPr lang="en-US" dirty="0"/>
          </a:p>
        </p:txBody>
      </p:sp>
      <p:sp>
        <p:nvSpPr>
          <p:cNvPr id="20" name="Date Placeholder 19"/>
          <p:cNvSpPr>
            <a:spLocks noGrp="1"/>
          </p:cNvSpPr>
          <p:nvPr>
            <p:ph type="dt" sz="half" idx="10"/>
          </p:nvPr>
        </p:nvSpPr>
        <p:spPr/>
        <p:txBody>
          <a:bodyPr/>
          <a:lstStyle/>
          <a:p>
            <a:pPr marL="12700">
              <a:lnSpc>
                <a:spcPct val="100000"/>
              </a:lnSpc>
            </a:pPr>
            <a:fld id="{25E0557C-28A8-447E-874D-175054831DF4}" type="datetime1">
              <a:rPr lang="en-US" spc="-5" smtClean="0"/>
              <a:t>3/5/2025</a:t>
            </a:fld>
            <a:endParaRPr lang="en-US" spc="-5"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9100" y="687677"/>
            <a:ext cx="7722447" cy="1411351"/>
          </a:xfrm>
        </p:spPr>
        <p:txBody>
          <a:bodyPr/>
          <a:lstStyle/>
          <a:p>
            <a:r>
              <a:rPr lang="en-US" b="1" dirty="0"/>
              <a:t>Systems:</a:t>
            </a:r>
            <a:r>
              <a:rPr lang="en-US" dirty="0"/>
              <a:t> </a:t>
            </a:r>
            <a:br>
              <a:rPr lang="en-US" dirty="0"/>
            </a:br>
            <a:endParaRPr lang="en-US" dirty="0"/>
          </a:p>
        </p:txBody>
      </p:sp>
      <p:sp>
        <p:nvSpPr>
          <p:cNvPr id="3" name="Content Placeholder 2"/>
          <p:cNvSpPr>
            <a:spLocks noGrp="1"/>
          </p:cNvSpPr>
          <p:nvPr>
            <p:ph idx="1"/>
          </p:nvPr>
        </p:nvSpPr>
        <p:spPr>
          <a:xfrm>
            <a:off x="563772" y="2350910"/>
            <a:ext cx="9278728" cy="4816923"/>
          </a:xfrm>
        </p:spPr>
        <p:txBody>
          <a:bodyPr/>
          <a:lstStyle/>
          <a:p>
            <a:r>
              <a:rPr lang="en-US" b="1" dirty="0"/>
              <a:t>Network administration </a:t>
            </a:r>
            <a:r>
              <a:rPr lang="en-US" dirty="0"/>
              <a:t>means the management of network infrastructure devices (routers and switches). Network administration is the management of PCs in a network. </a:t>
            </a:r>
            <a:endParaRPr lang="en-US" dirty="0" smtClean="0"/>
          </a:p>
          <a:p>
            <a:r>
              <a:rPr lang="en-US" dirty="0"/>
              <a:t>A </a:t>
            </a:r>
            <a:r>
              <a:rPr lang="en-US" b="1" dirty="0"/>
              <a:t>system</a:t>
            </a:r>
            <a:r>
              <a:rPr lang="en-US" dirty="0"/>
              <a:t> is most often an organized effort to fulfill a goal, or at least carry out some predictable behavior A system could be a mechanical device, a computer, an office of workers, a network of humans and machines, a series of forms and procedures (a bureaucracy) etc. </a:t>
            </a:r>
            <a:br>
              <a:rPr lang="en-US" dirty="0"/>
            </a:br>
            <a:r>
              <a:rPr lang="en-US" dirty="0"/>
              <a:t/>
            </a:r>
            <a:br>
              <a:rPr lang="en-US" dirty="0"/>
            </a:br>
            <a:r>
              <a:rPr lang="en-US" dirty="0"/>
              <a:t>A </a:t>
            </a:r>
            <a:r>
              <a:rPr lang="en-US" b="1" dirty="0"/>
              <a:t>computer system </a:t>
            </a:r>
            <a:r>
              <a:rPr lang="en-US" dirty="0"/>
              <a:t>is usually understood to mean a system composed primarily of computers, using computers or supporting computers. A human– computer system includes the role of humans, such as in a business enterprise where computers are widely used. </a:t>
            </a:r>
            <a:br>
              <a:rPr lang="en-US" dirty="0"/>
            </a:b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5</a:t>
            </a:fld>
            <a:endParaRPr lang="en-US" dirty="0"/>
          </a:p>
        </p:txBody>
      </p:sp>
    </p:spTree>
    <p:extLst>
      <p:ext uri="{BB962C8B-B14F-4D97-AF65-F5344CB8AC3E}">
        <p14:creationId xmlns:p14="http://schemas.microsoft.com/office/powerpoint/2010/main" val="2104502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administration?</a:t>
            </a:r>
            <a:r>
              <a:rPr lang="en-US" dirty="0"/>
              <a:t> </a:t>
            </a:r>
            <a:br>
              <a:rPr lang="en-US" dirty="0"/>
            </a:br>
            <a:endParaRPr lang="en-US" dirty="0"/>
          </a:p>
        </p:txBody>
      </p:sp>
      <p:sp>
        <p:nvSpPr>
          <p:cNvPr id="3" name="Content Placeholder 2"/>
          <p:cNvSpPr>
            <a:spLocks noGrp="1"/>
          </p:cNvSpPr>
          <p:nvPr>
            <p:ph idx="1"/>
          </p:nvPr>
        </p:nvSpPr>
        <p:spPr>
          <a:xfrm>
            <a:off x="563772" y="2350910"/>
            <a:ext cx="9278728" cy="4816923"/>
          </a:xfrm>
        </p:spPr>
        <p:txBody>
          <a:bodyPr>
            <a:normAutofit lnSpcReduction="10000"/>
          </a:bodyPr>
          <a:lstStyle/>
          <a:p>
            <a:r>
              <a:rPr lang="en-US" dirty="0"/>
              <a:t>In human–computer system administration, the definition is broadened to include all of the organizational aspects and also engineering issues, such as system fault diagnosis. In this regard, it is like the medical profession, which combines checking, management and repair of bodily functions. The main issues are the following:</a:t>
            </a:r>
          </a:p>
          <a:p>
            <a:r>
              <a:rPr lang="en-US" dirty="0"/>
              <a:t>•</a:t>
            </a:r>
            <a:r>
              <a:rPr lang="en-US" dirty="0" smtClean="0"/>
              <a:t>System design and rationalization </a:t>
            </a:r>
          </a:p>
          <a:p>
            <a:r>
              <a:rPr lang="en-US" dirty="0" smtClean="0"/>
              <a:t>•Resource management </a:t>
            </a:r>
          </a:p>
          <a:p>
            <a:r>
              <a:rPr lang="en-US" dirty="0" smtClean="0"/>
              <a:t>•Fault handling</a:t>
            </a:r>
            <a:endParaRPr lang="en-US" dirty="0"/>
          </a:p>
          <a:p>
            <a:r>
              <a:rPr lang="en-US" dirty="0"/>
              <a:t>In order to achieve these goals, it requires </a:t>
            </a:r>
            <a:endParaRPr lang="en-US" dirty="0" smtClean="0"/>
          </a:p>
          <a:p>
            <a:r>
              <a:rPr lang="en-US" dirty="0" smtClean="0"/>
              <a:t>•</a:t>
            </a:r>
            <a:r>
              <a:rPr lang="en-US" dirty="0"/>
              <a:t>Procedure</a:t>
            </a:r>
          </a:p>
          <a:p>
            <a:r>
              <a:rPr lang="en-US" dirty="0"/>
              <a:t>•</a:t>
            </a:r>
            <a:r>
              <a:rPr lang="en-US" dirty="0" smtClean="0"/>
              <a:t>Team work</a:t>
            </a:r>
            <a:endParaRPr lang="en-US" dirty="0"/>
          </a:p>
          <a:p>
            <a:r>
              <a:rPr lang="en-US" dirty="0"/>
              <a:t>•</a:t>
            </a:r>
            <a:r>
              <a:rPr lang="en-US" dirty="0" smtClean="0"/>
              <a:t>Ethical practices </a:t>
            </a:r>
            <a:r>
              <a:rPr lang="en-US" dirty="0"/>
              <a:t/>
            </a:r>
            <a:br>
              <a:rPr lang="en-US" dirty="0"/>
            </a:b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6</a:t>
            </a:fld>
            <a:endParaRPr lang="en-US" dirty="0"/>
          </a:p>
        </p:txBody>
      </p:sp>
    </p:spTree>
    <p:extLst>
      <p:ext uri="{BB962C8B-B14F-4D97-AF65-F5344CB8AC3E}">
        <p14:creationId xmlns:p14="http://schemas.microsoft.com/office/powerpoint/2010/main" val="14920928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5300" y="687677"/>
            <a:ext cx="8153400" cy="1411351"/>
          </a:xfrm>
        </p:spPr>
        <p:txBody>
          <a:bodyPr>
            <a:normAutofit fontScale="90000"/>
          </a:bodyPr>
          <a:lstStyle/>
          <a:p>
            <a:r>
              <a:rPr lang="en-US" sz="3600" b="1" dirty="0"/>
              <a:t>The challenges of </a:t>
            </a:r>
            <a:r>
              <a:rPr lang="en-US" sz="3600" b="1" dirty="0" smtClean="0"/>
              <a:t>system</a:t>
            </a:r>
            <a:br>
              <a:rPr lang="en-US" sz="3600" b="1" dirty="0" smtClean="0"/>
            </a:br>
            <a:r>
              <a:rPr lang="en-US" sz="3600" b="1" dirty="0" smtClean="0"/>
              <a:t>administration</a:t>
            </a:r>
            <a:r>
              <a:rPr lang="en-US" sz="3600" dirty="0" smtClean="0"/>
              <a:t> </a:t>
            </a:r>
            <a:r>
              <a:rPr lang="en-US" dirty="0"/>
              <a:t/>
            </a:r>
            <a:br>
              <a:rPr lang="en-US" dirty="0"/>
            </a:br>
            <a:endParaRPr lang="en-US" dirty="0"/>
          </a:p>
        </p:txBody>
      </p:sp>
      <p:sp>
        <p:nvSpPr>
          <p:cNvPr id="3" name="Content Placeholder 2"/>
          <p:cNvSpPr>
            <a:spLocks noGrp="1"/>
          </p:cNvSpPr>
          <p:nvPr>
            <p:ph idx="1"/>
          </p:nvPr>
        </p:nvSpPr>
        <p:spPr>
          <a:xfrm>
            <a:off x="469900" y="1949450"/>
            <a:ext cx="9296400" cy="5333999"/>
          </a:xfrm>
        </p:spPr>
        <p:txBody>
          <a:bodyPr>
            <a:normAutofit lnSpcReduction="10000"/>
          </a:bodyPr>
          <a:lstStyle/>
          <a:p>
            <a:r>
              <a:rPr lang="en-US" dirty="0"/>
              <a:t>System administration is not just about installing operating systems. It is about planning and designing an efficient </a:t>
            </a:r>
            <a:r>
              <a:rPr lang="en-US" i="1" dirty="0"/>
              <a:t>community </a:t>
            </a:r>
            <a:r>
              <a:rPr lang="en-US" dirty="0"/>
              <a:t>of computers so that real </a:t>
            </a:r>
            <a:r>
              <a:rPr lang="en-US" i="1" dirty="0"/>
              <a:t>users </a:t>
            </a:r>
            <a:r>
              <a:rPr lang="en-US" dirty="0"/>
              <a:t>will be able to get their jobs done. That means:</a:t>
            </a:r>
          </a:p>
          <a:p>
            <a:r>
              <a:rPr lang="en-US" dirty="0"/>
              <a:t> Designing a network which is logical and efficient.</a:t>
            </a:r>
          </a:p>
          <a:p>
            <a:r>
              <a:rPr lang="en-US" dirty="0"/>
              <a:t> Deploying large numbers of machines which can be easily upgraded later.</a:t>
            </a:r>
          </a:p>
          <a:p>
            <a:r>
              <a:rPr lang="en-US" dirty="0"/>
              <a:t> Deciding what services are needed.</a:t>
            </a:r>
          </a:p>
          <a:p>
            <a:r>
              <a:rPr lang="en-US" dirty="0"/>
              <a:t> Planning and implementing adequate security.</a:t>
            </a:r>
          </a:p>
          <a:p>
            <a:r>
              <a:rPr lang="en-US" dirty="0"/>
              <a:t> Providing a comfortable environment for users.</a:t>
            </a:r>
          </a:p>
          <a:p>
            <a:r>
              <a:rPr lang="en-US" dirty="0"/>
              <a:t> Developing ways of fixing errors and problems which occur.</a:t>
            </a:r>
          </a:p>
          <a:p>
            <a:r>
              <a:rPr lang="en-US" dirty="0"/>
              <a:t> Keeping track of and understanding how to use the enormous amount of knowledge which</a:t>
            </a:r>
          </a:p>
          <a:p>
            <a:r>
              <a:rPr lang="en-US" dirty="0"/>
              <a:t>increases every year </a:t>
            </a:r>
            <a:br>
              <a:rPr lang="en-US" dirty="0"/>
            </a:b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7</a:t>
            </a:fld>
            <a:endParaRPr lang="en-US" dirty="0"/>
          </a:p>
        </p:txBody>
      </p:sp>
    </p:spTree>
    <p:extLst>
      <p:ext uri="{BB962C8B-B14F-4D97-AF65-F5344CB8AC3E}">
        <p14:creationId xmlns:p14="http://schemas.microsoft.com/office/powerpoint/2010/main" val="741193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Goal of System and Network Administration</a:t>
            </a:r>
            <a:r>
              <a:rPr lang="en-US" dirty="0"/>
              <a:t> </a:t>
            </a:r>
            <a:br>
              <a:rPr lang="en-US" dirty="0"/>
            </a:br>
            <a:endParaRPr lang="en-US" dirty="0"/>
          </a:p>
        </p:txBody>
      </p:sp>
      <p:sp>
        <p:nvSpPr>
          <p:cNvPr id="3" name="Content Placeholder 2"/>
          <p:cNvSpPr>
            <a:spLocks noGrp="1"/>
          </p:cNvSpPr>
          <p:nvPr>
            <p:ph idx="1"/>
          </p:nvPr>
        </p:nvSpPr>
        <p:spPr>
          <a:xfrm>
            <a:off x="393700" y="2350910"/>
            <a:ext cx="9372600" cy="5008739"/>
          </a:xfrm>
        </p:spPr>
        <p:txBody>
          <a:bodyPr>
            <a:normAutofit fontScale="62500" lnSpcReduction="20000"/>
          </a:bodyPr>
          <a:lstStyle/>
          <a:p>
            <a:r>
              <a:rPr lang="en-US" b="1" dirty="0"/>
              <a:t>Goal of network administration:-</a:t>
            </a:r>
          </a:p>
          <a:p>
            <a:r>
              <a:rPr lang="en-US" sz="2600" dirty="0"/>
              <a:t> </a:t>
            </a:r>
            <a:r>
              <a:rPr lang="en-US" sz="2600" b="1" dirty="0"/>
              <a:t>The goal of network administration is to ensures that the users of networks receive the</a:t>
            </a:r>
          </a:p>
          <a:p>
            <a:r>
              <a:rPr lang="en-US" sz="2600" b="1" dirty="0"/>
              <a:t>information and technically serves with quality of services they except.</a:t>
            </a:r>
          </a:p>
          <a:p>
            <a:r>
              <a:rPr lang="en-US" sz="2600" b="1" dirty="0"/>
              <a:t> Network administration means the management of network infrastructures devices (such as</a:t>
            </a:r>
          </a:p>
          <a:p>
            <a:r>
              <a:rPr lang="en-US" sz="2600" b="1" dirty="0"/>
              <a:t>router and switches) </a:t>
            </a:r>
            <a:br>
              <a:rPr lang="en-US" sz="2600" b="1" dirty="0"/>
            </a:br>
            <a:r>
              <a:rPr lang="en-US" sz="2600" b="1" dirty="0"/>
              <a:t>Network administration compromises of 3 majors groups:</a:t>
            </a:r>
          </a:p>
          <a:p>
            <a:r>
              <a:rPr lang="en-US" sz="2600" b="1" dirty="0"/>
              <a:t>1. Network provisioning: is the primary responsibility of engineering groups and its consists</a:t>
            </a:r>
          </a:p>
          <a:p>
            <a:r>
              <a:rPr lang="en-US" sz="2600" b="1" dirty="0"/>
              <a:t>of planning and design of network which is done by engineer.</a:t>
            </a:r>
          </a:p>
          <a:p>
            <a:r>
              <a:rPr lang="en-US" sz="2600" b="1" dirty="0"/>
              <a:t>2. Network operations: it consists of fault, configurations, traffic, all type of management</a:t>
            </a:r>
          </a:p>
          <a:p>
            <a:r>
              <a:rPr lang="en-US" sz="2600" b="1" dirty="0"/>
              <a:t>and it is done by plant facilities group. Its is nerve center of network management</a:t>
            </a:r>
          </a:p>
          <a:p>
            <a:r>
              <a:rPr lang="en-US" sz="2600" b="1" dirty="0"/>
              <a:t>operations.</a:t>
            </a:r>
          </a:p>
          <a:p>
            <a:r>
              <a:rPr lang="en-US" sz="2600" b="1" dirty="0"/>
              <a:t>3. Network maintenance: its consists of all type of installations and maintenance work </a:t>
            </a:r>
            <a:r>
              <a:rPr lang="en-US" dirty="0"/>
              <a:t/>
            </a:r>
            <a:br>
              <a:rPr lang="en-US" dirty="0"/>
            </a:b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8</a:t>
            </a:fld>
            <a:endParaRPr lang="en-US" dirty="0"/>
          </a:p>
        </p:txBody>
      </p:sp>
    </p:spTree>
    <p:extLst>
      <p:ext uri="{BB962C8B-B14F-4D97-AF65-F5344CB8AC3E}">
        <p14:creationId xmlns:p14="http://schemas.microsoft.com/office/powerpoint/2010/main" val="33524690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Responsibilities of Network Administration:</a:t>
            </a:r>
            <a:r>
              <a:rPr lang="en-US" dirty="0"/>
              <a:t> </a:t>
            </a:r>
            <a:br>
              <a:rPr lang="en-US" dirty="0"/>
            </a:br>
            <a:endParaRPr lang="en-US" dirty="0"/>
          </a:p>
        </p:txBody>
      </p:sp>
      <p:sp>
        <p:nvSpPr>
          <p:cNvPr id="3" name="Content Placeholder 2"/>
          <p:cNvSpPr>
            <a:spLocks noGrp="1"/>
          </p:cNvSpPr>
          <p:nvPr>
            <p:ph idx="1"/>
          </p:nvPr>
        </p:nvSpPr>
        <p:spPr>
          <a:xfrm>
            <a:off x="317500" y="2350910"/>
            <a:ext cx="9601200" cy="4932539"/>
          </a:xfrm>
        </p:spPr>
        <p:txBody>
          <a:bodyPr/>
          <a:lstStyle/>
          <a:p>
            <a:r>
              <a:rPr lang="en-US" dirty="0"/>
              <a:t>It is to provide a reliable consistent and scalable network infrastructure that meets or exceeds levels and optimize enterprises assets.</a:t>
            </a:r>
          </a:p>
          <a:p>
            <a:r>
              <a:rPr lang="en-US" dirty="0"/>
              <a:t> To build hardware configuration</a:t>
            </a:r>
          </a:p>
          <a:p>
            <a:r>
              <a:rPr lang="en-US" dirty="0"/>
              <a:t> To configure software configuration</a:t>
            </a:r>
          </a:p>
          <a:p>
            <a:r>
              <a:rPr lang="en-US" dirty="0"/>
              <a:t> Designing of network which is logical and official</a:t>
            </a:r>
          </a:p>
          <a:p>
            <a:r>
              <a:rPr lang="en-US" dirty="0"/>
              <a:t> Displaying large </a:t>
            </a:r>
            <a:r>
              <a:rPr lang="en-US" dirty="0" err="1"/>
              <a:t>nos</a:t>
            </a:r>
            <a:r>
              <a:rPr lang="en-US" dirty="0"/>
              <a:t> of machines which can be easily upgraded later</a:t>
            </a:r>
          </a:p>
          <a:p>
            <a:r>
              <a:rPr lang="en-US" dirty="0"/>
              <a:t> Deciding which/ what services are needed.</a:t>
            </a:r>
          </a:p>
          <a:p>
            <a:r>
              <a:rPr lang="en-US" dirty="0"/>
              <a:t> Planning and implementing environments for users.</a:t>
            </a:r>
          </a:p>
          <a:p>
            <a:r>
              <a:rPr lang="en-US" dirty="0"/>
              <a:t> Developing a ways of fixing errors and problems when occurs.</a:t>
            </a:r>
          </a:p>
          <a:p>
            <a:r>
              <a:rPr lang="en-US" dirty="0"/>
              <a:t> To make user life very easy and to empower them in production of real work. </a:t>
            </a:r>
            <a:br>
              <a:rPr lang="en-US" dirty="0"/>
            </a:b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9</a:t>
            </a:fld>
            <a:endParaRPr lang="en-US" dirty="0"/>
          </a:p>
        </p:txBody>
      </p:sp>
    </p:spTree>
    <p:extLst>
      <p:ext uri="{BB962C8B-B14F-4D97-AF65-F5344CB8AC3E}">
        <p14:creationId xmlns:p14="http://schemas.microsoft.com/office/powerpoint/2010/main" val="25650336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5125" y="687677"/>
            <a:ext cx="7266422" cy="728373"/>
          </a:xfrm>
        </p:spPr>
        <p:txBody>
          <a:bodyPr>
            <a:normAutofit fontScale="90000"/>
          </a:bodyPr>
          <a:lstStyle/>
          <a:p>
            <a:r>
              <a:rPr lang="en-US" b="1" dirty="0"/>
              <a:t>SA Components</a:t>
            </a:r>
            <a:r>
              <a:rPr lang="en-US" dirty="0"/>
              <a:t> </a:t>
            </a:r>
            <a:br>
              <a:rPr lang="en-US" dirty="0"/>
            </a:br>
            <a:endParaRPr lang="en-US" dirty="0"/>
          </a:p>
        </p:txBody>
      </p:sp>
      <p:sp>
        <p:nvSpPr>
          <p:cNvPr id="3" name="Content Placeholder 2"/>
          <p:cNvSpPr>
            <a:spLocks noGrp="1"/>
          </p:cNvSpPr>
          <p:nvPr>
            <p:ph idx="1"/>
          </p:nvPr>
        </p:nvSpPr>
        <p:spPr>
          <a:xfrm>
            <a:off x="393700" y="1416050"/>
            <a:ext cx="9372600" cy="5751784"/>
          </a:xfrm>
        </p:spPr>
        <p:txBody>
          <a:bodyPr/>
          <a:lstStyle/>
          <a:p>
            <a:r>
              <a:rPr lang="en-US" sz="2400" dirty="0"/>
              <a:t>In system administration, the word system is used to refer both to the operating system of a computer and often, collectively the set of all computers that cooperate in a network.</a:t>
            </a:r>
          </a:p>
          <a:p>
            <a:r>
              <a:rPr lang="en-US" sz="2400" dirty="0"/>
              <a:t> </a:t>
            </a:r>
            <a:r>
              <a:rPr lang="en-US" sz="2400" b="1" dirty="0"/>
              <a:t>Network infrastructure</a:t>
            </a:r>
          </a:p>
          <a:p>
            <a:r>
              <a:rPr lang="en-US" sz="2400" dirty="0"/>
              <a:t>There are three main components in a human–computer system</a:t>
            </a:r>
          </a:p>
          <a:p>
            <a:r>
              <a:rPr lang="en-US" sz="2400" b="1" dirty="0"/>
              <a:t>Humans: </a:t>
            </a:r>
            <a:r>
              <a:rPr lang="en-US" sz="2400" dirty="0"/>
              <a:t>who use and run the fixed infrastructure, and cause most problems.</a:t>
            </a:r>
          </a:p>
          <a:p>
            <a:r>
              <a:rPr lang="en-US" sz="2400" b="1" dirty="0"/>
              <a:t>Host computers</a:t>
            </a:r>
            <a:r>
              <a:rPr lang="en-US" sz="2400" dirty="0"/>
              <a:t>: computer devices that run software. These might be in a fixed location, or mobile devices. </a:t>
            </a:r>
            <a:r>
              <a:rPr lang="en-US" dirty="0"/>
              <a:t/>
            </a:r>
            <a:br>
              <a:rPr lang="en-US" dirty="0"/>
            </a:b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10</a:t>
            </a:fld>
            <a:endParaRPr lang="en-US" dirty="0"/>
          </a:p>
        </p:txBody>
      </p:sp>
    </p:spTree>
    <p:extLst>
      <p:ext uri="{BB962C8B-B14F-4D97-AF65-F5344CB8AC3E}">
        <p14:creationId xmlns:p14="http://schemas.microsoft.com/office/powerpoint/2010/main" val="18074682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Network hardware: </a:t>
            </a:r>
            <a:r>
              <a:rPr lang="en-US" dirty="0"/>
              <a:t/>
            </a:r>
            <a:br>
              <a:rPr lang="en-US" dirty="0"/>
            </a:br>
            <a:endParaRPr lang="en-US" dirty="0"/>
          </a:p>
        </p:txBody>
      </p:sp>
      <p:sp>
        <p:nvSpPr>
          <p:cNvPr id="3" name="Content Placeholder 2"/>
          <p:cNvSpPr>
            <a:spLocks noGrp="1"/>
          </p:cNvSpPr>
          <p:nvPr>
            <p:ph idx="1"/>
          </p:nvPr>
        </p:nvSpPr>
        <p:spPr>
          <a:xfrm>
            <a:off x="317500" y="1492250"/>
            <a:ext cx="9525000" cy="5791199"/>
          </a:xfrm>
        </p:spPr>
        <p:txBody>
          <a:bodyPr/>
          <a:lstStyle/>
          <a:p>
            <a:r>
              <a:rPr lang="en-US" sz="2400" dirty="0"/>
              <a:t>This covers a variety of specialized devices including the following key components:</a:t>
            </a:r>
          </a:p>
          <a:p>
            <a:r>
              <a:rPr lang="en-US" sz="2400" dirty="0"/>
              <a:t> Dedicated computing devices that direct traffic around the Internet. Routers talk at the IP</a:t>
            </a:r>
          </a:p>
          <a:p>
            <a:r>
              <a:rPr lang="en-US" sz="2400" dirty="0"/>
              <a:t>addresslevel,</a:t>
            </a:r>
            <a:r>
              <a:rPr lang="en-US" sz="2400" dirty="0" err="1"/>
              <a:t>or„</a:t>
            </a:r>
            <a:r>
              <a:rPr lang="en-US" sz="2400" dirty="0" err="1" smtClean="0"/>
              <a:t>layer</a:t>
            </a:r>
            <a:r>
              <a:rPr lang="en-US" sz="2400" dirty="0"/>
              <a:t> </a:t>
            </a:r>
            <a:r>
              <a:rPr lang="en-US" sz="2400" dirty="0" smtClean="0"/>
              <a:t>3 by</a:t>
            </a:r>
            <a:r>
              <a:rPr lang="en-US" sz="2400" dirty="0"/>
              <a:t> </a:t>
            </a:r>
            <a:r>
              <a:rPr lang="en-US" sz="2400" dirty="0" smtClean="0"/>
              <a:t>simple</a:t>
            </a:r>
            <a:r>
              <a:rPr lang="en-US" sz="2400" dirty="0"/>
              <a:t> </a:t>
            </a:r>
            <a:r>
              <a:rPr lang="en-US" sz="2400" dirty="0" smtClean="0"/>
              <a:t>speaking</a:t>
            </a:r>
            <a:r>
              <a:rPr lang="en-US" sz="2400" dirty="0"/>
              <a:t>.</a:t>
            </a:r>
          </a:p>
          <a:p>
            <a:r>
              <a:rPr lang="en-US" sz="2400" dirty="0"/>
              <a:t> </a:t>
            </a:r>
            <a:r>
              <a:rPr lang="en-US" sz="2400" b="1" dirty="0"/>
              <a:t>Switches: </a:t>
            </a:r>
            <a:r>
              <a:rPr lang="en-US" sz="2400" dirty="0"/>
              <a:t>fixed hardware devices that direct traffic around local area networks. Switches talk</a:t>
            </a:r>
          </a:p>
          <a:p>
            <a:r>
              <a:rPr lang="en-US" sz="2400" dirty="0"/>
              <a:t>at the level of Ethernetor„layer2protocols.</a:t>
            </a:r>
          </a:p>
          <a:p>
            <a:r>
              <a:rPr lang="en-US" sz="2400" dirty="0"/>
              <a:t> </a:t>
            </a:r>
            <a:r>
              <a:rPr lang="en-US" sz="2400" b="1" dirty="0"/>
              <a:t>Cables: </a:t>
            </a:r>
            <a:r>
              <a:rPr lang="en-US" sz="2400" dirty="0"/>
              <a:t>There are many types of cable that interconnect devices: .fiber optic cables, twisted</a:t>
            </a:r>
          </a:p>
          <a:p>
            <a:r>
              <a:rPr lang="en-US" sz="2400" dirty="0"/>
              <a:t>pair cables, null-modem cables etc. </a:t>
            </a:r>
            <a:r>
              <a:rPr lang="en-US" dirty="0"/>
              <a:t/>
            </a:r>
            <a:br>
              <a:rPr lang="en-US" dirty="0"/>
            </a:b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11</a:t>
            </a:fld>
            <a:endParaRPr lang="en-US" dirty="0"/>
          </a:p>
        </p:txBody>
      </p:sp>
    </p:spTree>
    <p:extLst>
      <p:ext uri="{BB962C8B-B14F-4D97-AF65-F5344CB8AC3E}">
        <p14:creationId xmlns:p14="http://schemas.microsoft.com/office/powerpoint/2010/main" val="31085040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5125" y="687677"/>
            <a:ext cx="7266422" cy="347373"/>
          </a:xfrm>
        </p:spPr>
        <p:txBody>
          <a:bodyPr>
            <a:normAutofit fontScale="90000"/>
          </a:bodyPr>
          <a:lstStyle/>
          <a:p>
            <a:endParaRPr lang="en-US" dirty="0"/>
          </a:p>
        </p:txBody>
      </p:sp>
      <p:sp>
        <p:nvSpPr>
          <p:cNvPr id="3" name="Content Placeholder 2"/>
          <p:cNvSpPr>
            <a:spLocks noGrp="1"/>
          </p:cNvSpPr>
          <p:nvPr>
            <p:ph idx="1"/>
          </p:nvPr>
        </p:nvSpPr>
        <p:spPr>
          <a:xfrm>
            <a:off x="317500" y="1187450"/>
            <a:ext cx="9601200" cy="6369049"/>
          </a:xfrm>
        </p:spPr>
        <p:txBody>
          <a:bodyPr>
            <a:normAutofit/>
          </a:bodyPr>
          <a:lstStyle/>
          <a:p>
            <a:r>
              <a:rPr lang="en-US" b="1" dirty="0"/>
              <a:t>Computers</a:t>
            </a:r>
          </a:p>
          <a:p>
            <a:r>
              <a:rPr lang="en-US" dirty="0"/>
              <a:t> central processor unit (CPU), a random access memory (RAM) and an array of other devices, such</a:t>
            </a:r>
          </a:p>
          <a:p>
            <a:r>
              <a:rPr lang="en-US" dirty="0"/>
              <a:t>as disk drives. In order to make these parts work together, the CPU is designed to run programs</a:t>
            </a:r>
          </a:p>
          <a:p>
            <a:r>
              <a:rPr lang="en-US" dirty="0"/>
              <a:t>which can read and write to hardware devices. </a:t>
            </a:r>
            <a:endParaRPr lang="en-US" dirty="0" smtClean="0"/>
          </a:p>
          <a:p>
            <a:r>
              <a:rPr lang="en-US" b="1" dirty="0"/>
              <a:t>Servers </a:t>
            </a:r>
            <a:r>
              <a:rPr lang="en-US" dirty="0"/>
              <a:t>Important elements:</a:t>
            </a:r>
          </a:p>
          <a:p>
            <a:r>
              <a:rPr lang="en-US" dirty="0"/>
              <a:t> Hardware</a:t>
            </a:r>
          </a:p>
          <a:p>
            <a:r>
              <a:rPr lang="en-US" dirty="0"/>
              <a:t> Maintenance policy</a:t>
            </a:r>
          </a:p>
          <a:p>
            <a:r>
              <a:rPr lang="en-US" dirty="0"/>
              <a:t> Active backup plan</a:t>
            </a:r>
          </a:p>
          <a:p>
            <a:r>
              <a:rPr lang="en-US" dirty="0"/>
              <a:t> Installation at the computer </a:t>
            </a:r>
            <a:r>
              <a:rPr lang="en-US" dirty="0" smtClean="0"/>
              <a:t>Centre</a:t>
            </a:r>
            <a:endParaRPr lang="en-US" dirty="0"/>
          </a:p>
          <a:p>
            <a:r>
              <a:rPr lang="en-US" dirty="0"/>
              <a:t> </a:t>
            </a:r>
            <a:r>
              <a:rPr lang="en-US" dirty="0" smtClean="0"/>
              <a:t>Specialized </a:t>
            </a:r>
            <a:r>
              <a:rPr lang="en-US" dirty="0"/>
              <a:t>software</a:t>
            </a:r>
          </a:p>
          <a:p>
            <a:r>
              <a:rPr lang="en-US" dirty="0"/>
              <a:t> Remote access </a:t>
            </a:r>
            <a:br>
              <a:rPr lang="en-US" dirty="0"/>
            </a:br>
            <a:r>
              <a:rPr lang="en-US" dirty="0"/>
              <a:t/>
            </a:r>
            <a:br>
              <a:rPr lang="en-US" dirty="0"/>
            </a:b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12</a:t>
            </a:fld>
            <a:endParaRPr lang="en-US" dirty="0"/>
          </a:p>
        </p:txBody>
      </p:sp>
    </p:spTree>
    <p:extLst>
      <p:ext uri="{BB962C8B-B14F-4D97-AF65-F5344CB8AC3E}">
        <p14:creationId xmlns:p14="http://schemas.microsoft.com/office/powerpoint/2010/main" val="11107225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5125" y="349250"/>
            <a:ext cx="7266422" cy="921086"/>
          </a:xfrm>
        </p:spPr>
        <p:txBody>
          <a:bodyPr>
            <a:normAutofit/>
          </a:bodyPr>
          <a:lstStyle/>
          <a:p>
            <a:endParaRPr lang="en-US" dirty="0"/>
          </a:p>
        </p:txBody>
      </p:sp>
      <p:sp>
        <p:nvSpPr>
          <p:cNvPr id="3" name="Content Placeholder 2"/>
          <p:cNvSpPr>
            <a:spLocks noGrp="1"/>
          </p:cNvSpPr>
          <p:nvPr>
            <p:ph idx="1"/>
          </p:nvPr>
        </p:nvSpPr>
        <p:spPr>
          <a:xfrm>
            <a:off x="469900" y="1416050"/>
            <a:ext cx="9296400" cy="5867399"/>
          </a:xfrm>
        </p:spPr>
        <p:txBody>
          <a:bodyPr/>
          <a:lstStyle/>
          <a:p>
            <a:r>
              <a:rPr lang="en-US" sz="2400" b="1" dirty="0"/>
              <a:t>Services</a:t>
            </a:r>
          </a:p>
          <a:p>
            <a:r>
              <a:rPr lang="en-US" sz="2400" dirty="0"/>
              <a:t> Distinguish products vs protocols</a:t>
            </a:r>
          </a:p>
          <a:p>
            <a:r>
              <a:rPr lang="en-US" sz="2400" dirty="0"/>
              <a:t> Provision the service independently from the server</a:t>
            </a:r>
          </a:p>
          <a:p>
            <a:r>
              <a:rPr lang="en-US" sz="2400" dirty="0"/>
              <a:t> Can have multiple servers for the same service</a:t>
            </a:r>
          </a:p>
          <a:p>
            <a:r>
              <a:rPr lang="en-US" sz="2400" dirty="0"/>
              <a:t> Need mechanism for service monitoring</a:t>
            </a:r>
          </a:p>
          <a:p>
            <a:r>
              <a:rPr lang="en-US" sz="2400" dirty="0"/>
              <a:t> Expand or organize into one server for each service</a:t>
            </a:r>
          </a:p>
          <a:p>
            <a:r>
              <a:rPr lang="en-US" sz="2400" dirty="0"/>
              <a:t> </a:t>
            </a:r>
            <a:r>
              <a:rPr lang="en-US" sz="2400" b="1" dirty="0"/>
              <a:t>Debugging Techniques Basic strategy:</a:t>
            </a:r>
          </a:p>
          <a:p>
            <a:r>
              <a:rPr lang="en-US" sz="2400" dirty="0"/>
              <a:t> Understand problem</a:t>
            </a:r>
          </a:p>
          <a:p>
            <a:r>
              <a:rPr lang="en-US" sz="2400" dirty="0"/>
              <a:t> Find the problem's cause (not the symptom)</a:t>
            </a:r>
          </a:p>
          <a:p>
            <a:r>
              <a:rPr lang="en-US" sz="2400" dirty="0"/>
              <a:t> Fix the problem</a:t>
            </a:r>
          </a:p>
          <a:p>
            <a:r>
              <a:rPr lang="en-US" sz="2400" dirty="0"/>
              <a:t> Use appropriate tools </a:t>
            </a:r>
            <a:r>
              <a:rPr lang="en-US" dirty="0"/>
              <a:t/>
            </a:r>
            <a:br>
              <a:rPr lang="en-US" dirty="0"/>
            </a:b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13</a:t>
            </a:fld>
            <a:endParaRPr lang="en-US" dirty="0"/>
          </a:p>
        </p:txBody>
      </p:sp>
    </p:spTree>
    <p:extLst>
      <p:ext uri="{BB962C8B-B14F-4D97-AF65-F5344CB8AC3E}">
        <p14:creationId xmlns:p14="http://schemas.microsoft.com/office/powerpoint/2010/main" val="15847549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5125" y="687678"/>
            <a:ext cx="7266422" cy="582658"/>
          </a:xfrm>
        </p:spPr>
        <p:txBody>
          <a:bodyPr>
            <a:normAutofit fontScale="90000"/>
          </a:bodyPr>
          <a:lstStyle/>
          <a:p>
            <a:r>
              <a:rPr lang="en-US" b="1" dirty="0"/>
              <a:t>Disaster Planning and Recovery</a:t>
            </a:r>
            <a:r>
              <a:rPr lang="en-US" dirty="0"/>
              <a:t> </a:t>
            </a:r>
            <a:br>
              <a:rPr lang="en-US" dirty="0"/>
            </a:br>
            <a:endParaRPr lang="en-US" dirty="0"/>
          </a:p>
        </p:txBody>
      </p:sp>
      <p:sp>
        <p:nvSpPr>
          <p:cNvPr id="3" name="Content Placeholder 2"/>
          <p:cNvSpPr>
            <a:spLocks noGrp="1"/>
          </p:cNvSpPr>
          <p:nvPr>
            <p:ph idx="1"/>
          </p:nvPr>
        </p:nvSpPr>
        <p:spPr>
          <a:xfrm>
            <a:off x="469900" y="1644650"/>
            <a:ext cx="8941647" cy="5714999"/>
          </a:xfrm>
        </p:spPr>
        <p:txBody>
          <a:bodyPr>
            <a:normAutofit fontScale="92500" lnSpcReduction="10000"/>
          </a:bodyPr>
          <a:lstStyle/>
          <a:p>
            <a:r>
              <a:rPr lang="en-US" sz="2400" b="1" dirty="0"/>
              <a:t>Disaster types</a:t>
            </a:r>
          </a:p>
          <a:p>
            <a:r>
              <a:rPr lang="en-US" sz="2400" dirty="0"/>
              <a:t> Acts of god (e.g. earthquake, fire, flood</a:t>
            </a:r>
            <a:r>
              <a:rPr lang="en-US" sz="2400" dirty="0" smtClean="0"/>
              <a:t>)  </a:t>
            </a:r>
            <a:r>
              <a:rPr lang="en-US" sz="2400" dirty="0"/>
              <a:t>Human (e.g. power loss, terrorist act, </a:t>
            </a:r>
            <a:r>
              <a:rPr lang="en-US" sz="2400" dirty="0" smtClean="0"/>
              <a:t>bulldozer</a:t>
            </a:r>
            <a:endParaRPr lang="en-US" sz="2400" dirty="0"/>
          </a:p>
          <a:p>
            <a:r>
              <a:rPr lang="en-US" sz="2400" dirty="0"/>
              <a:t>budget = disaster cost * disaster probability </a:t>
            </a:r>
            <a:r>
              <a:rPr lang="en-US" sz="2400" b="1" dirty="0"/>
              <a:t>Actions:</a:t>
            </a:r>
          </a:p>
          <a:p>
            <a:r>
              <a:rPr lang="en-US" sz="2400" dirty="0"/>
              <a:t> Minimize possibility of damage (e.g. using rack-mounted components makes servers less</a:t>
            </a:r>
          </a:p>
          <a:p>
            <a:r>
              <a:rPr lang="en-US" sz="2400" dirty="0"/>
              <a:t>susceptible to earthquake damage, an uninterruptible power supply (UPS) will guard against</a:t>
            </a:r>
          </a:p>
          <a:p>
            <a:r>
              <a:rPr lang="en-US" sz="2400" dirty="0"/>
              <a:t>power fluctuations)</a:t>
            </a:r>
          </a:p>
          <a:p>
            <a:r>
              <a:rPr lang="en-US" sz="2400" dirty="0"/>
              <a:t> </a:t>
            </a:r>
            <a:r>
              <a:rPr lang="en-US" sz="2400" b="1" dirty="0"/>
              <a:t>Preparedness</a:t>
            </a:r>
          </a:p>
          <a:p>
            <a:r>
              <a:rPr lang="en-US" sz="2400" dirty="0"/>
              <a:t>o Disaster recovery plan</a:t>
            </a:r>
          </a:p>
          <a:p>
            <a:r>
              <a:rPr lang="en-US" sz="2400" dirty="0"/>
              <a:t>o Backup data </a:t>
            </a:r>
            <a:r>
              <a:rPr lang="en-US" sz="2400" dirty="0" err="1"/>
              <a:t>centre</a:t>
            </a:r>
            <a:endParaRPr lang="en-US" sz="2400" dirty="0"/>
          </a:p>
          <a:p>
            <a:r>
              <a:rPr lang="en-US" dirty="0"/>
              <a:t/>
            </a:r>
            <a:br>
              <a:rPr lang="en-US" dirty="0"/>
            </a:br>
            <a:endParaRPr lang="en-US"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14</a:t>
            </a:fld>
            <a:endParaRPr lang="en-US" dirty="0"/>
          </a:p>
        </p:txBody>
      </p:sp>
    </p:spTree>
    <p:extLst>
      <p:ext uri="{BB962C8B-B14F-4D97-AF65-F5344CB8AC3E}">
        <p14:creationId xmlns:p14="http://schemas.microsoft.com/office/powerpoint/2010/main" val="3781967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hlinkClick r:id="rId3" action="ppaction://hlinkfile"/>
              </a:rPr>
              <a:t>1.1 Building a Site from Scratch</a:t>
            </a:r>
            <a:r>
              <a:rPr lang="en-US" dirty="0"/>
              <a:t/>
            </a:r>
            <a:br>
              <a:rPr lang="en-US" dirty="0"/>
            </a:br>
            <a:endParaRPr lang="en-US" dirty="0"/>
          </a:p>
        </p:txBody>
      </p:sp>
      <p:sp>
        <p:nvSpPr>
          <p:cNvPr id="3" name="Content Placeholder 2"/>
          <p:cNvSpPr>
            <a:spLocks noGrp="1"/>
          </p:cNvSpPr>
          <p:nvPr>
            <p:ph idx="1"/>
          </p:nvPr>
        </p:nvSpPr>
        <p:spPr>
          <a:xfrm>
            <a:off x="1841500" y="1825670"/>
            <a:ext cx="7269495" cy="4162380"/>
          </a:xfrm>
        </p:spPr>
        <p:txBody>
          <a:bodyPr>
            <a:noAutofit/>
          </a:bodyPr>
          <a:lstStyle/>
          <a:p>
            <a:pPr algn="just"/>
            <a:r>
              <a:rPr lang="en-US" sz="2400" dirty="0"/>
              <a:t>Think about the organizational structure you need.</a:t>
            </a:r>
          </a:p>
          <a:p>
            <a:pPr algn="just"/>
            <a:r>
              <a:rPr lang="en-US" sz="2400" dirty="0"/>
              <a:t>Check in with management on the business priorities that will drive implementation priorities.</a:t>
            </a:r>
          </a:p>
          <a:p>
            <a:pPr algn="just"/>
            <a:r>
              <a:rPr lang="en-US" sz="2400" dirty="0"/>
              <a:t>Plan your namespaces carefully.</a:t>
            </a:r>
          </a:p>
          <a:p>
            <a:pPr algn="just"/>
            <a:r>
              <a:rPr lang="en-US" sz="2400" dirty="0"/>
              <a:t>Build a rock-solid data center.</a:t>
            </a:r>
          </a:p>
          <a:p>
            <a:pPr algn="just"/>
            <a:r>
              <a:rPr lang="en-US" sz="2400" dirty="0"/>
              <a:t>Build a rock-solid network designed to grow.</a:t>
            </a:r>
          </a:p>
          <a:p>
            <a:pPr algn="just"/>
            <a:r>
              <a:rPr lang="en-US" sz="2400" dirty="0"/>
              <a:t>Build services that will scale.</a:t>
            </a:r>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15</a:t>
            </a:fld>
            <a:endParaRPr lang="en-US" dirty="0"/>
          </a:p>
        </p:txBody>
      </p:sp>
    </p:spTree>
    <p:extLst>
      <p:ext uri="{BB962C8B-B14F-4D97-AF65-F5344CB8AC3E}">
        <p14:creationId xmlns:p14="http://schemas.microsoft.com/office/powerpoint/2010/main" val="4065321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24308" y="1270335"/>
            <a:ext cx="7269495" cy="4162380"/>
          </a:xfrm>
        </p:spPr>
        <p:txBody>
          <a:bodyPr>
            <a:noAutofit/>
          </a:bodyPr>
          <a:lstStyle/>
          <a:p>
            <a:r>
              <a:rPr lang="en-US" sz="2400" dirty="0"/>
              <a:t>Build a software depot, or at least plan a small directory hierarchy that can grow into a software depot.</a:t>
            </a:r>
          </a:p>
          <a:p>
            <a:r>
              <a:rPr lang="en-US" sz="2400" dirty="0"/>
              <a:t>	Establish your initial core application services:</a:t>
            </a:r>
          </a:p>
          <a:p>
            <a:pPr lvl="1">
              <a:buFont typeface="Wingdings" panose="05000000000000000000" pitchFamily="2" charset="2"/>
              <a:buChar char="q"/>
            </a:pPr>
            <a:r>
              <a:rPr lang="en-US" sz="1800" dirty="0"/>
              <a:t>	Authentication and authorization</a:t>
            </a:r>
          </a:p>
          <a:p>
            <a:pPr lvl="1">
              <a:buFont typeface="Wingdings" panose="05000000000000000000" pitchFamily="2" charset="2"/>
              <a:buChar char="q"/>
            </a:pPr>
            <a:r>
              <a:rPr lang="en-US" sz="1800" dirty="0"/>
              <a:t>	Desktop life-cycle management</a:t>
            </a:r>
          </a:p>
          <a:p>
            <a:pPr lvl="1">
              <a:buFont typeface="Wingdings" panose="05000000000000000000" pitchFamily="2" charset="2"/>
              <a:buChar char="q"/>
            </a:pPr>
            <a:r>
              <a:rPr lang="en-US" sz="1800" dirty="0"/>
              <a:t>	Email</a:t>
            </a:r>
          </a:p>
          <a:p>
            <a:pPr lvl="1">
              <a:buFont typeface="Wingdings" panose="05000000000000000000" pitchFamily="2" charset="2"/>
              <a:buChar char="q"/>
            </a:pPr>
            <a:r>
              <a:rPr lang="en-US" sz="1800" dirty="0"/>
              <a:t>	File service, backups</a:t>
            </a:r>
          </a:p>
          <a:p>
            <a:pPr lvl="1">
              <a:buFont typeface="Wingdings" panose="05000000000000000000" pitchFamily="2" charset="2"/>
              <a:buChar char="q"/>
            </a:pPr>
            <a:r>
              <a:rPr lang="en-US" sz="1800" dirty="0"/>
              <a:t>	Network configuration</a:t>
            </a:r>
          </a:p>
          <a:p>
            <a:pPr lvl="1">
              <a:buFont typeface="Wingdings" panose="05000000000000000000" pitchFamily="2" charset="2"/>
              <a:buChar char="q"/>
            </a:pPr>
            <a:r>
              <a:rPr lang="en-US" sz="1800" b="1" dirty="0"/>
              <a:t>	</a:t>
            </a:r>
            <a:r>
              <a:rPr lang="en-US" sz="1800" dirty="0"/>
              <a:t>Printing</a:t>
            </a:r>
          </a:p>
          <a:p>
            <a:pPr lvl="1">
              <a:buFont typeface="Wingdings" panose="05000000000000000000" pitchFamily="2" charset="2"/>
              <a:buChar char="q"/>
            </a:pPr>
            <a:r>
              <a:rPr lang="en-US" sz="1800" dirty="0"/>
              <a:t>   Remote access</a:t>
            </a:r>
          </a:p>
          <a:p>
            <a:endParaRPr lang="en-US" sz="2400"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16</a:t>
            </a:fld>
            <a:endParaRPr lang="en-US" dirty="0"/>
          </a:p>
        </p:txBody>
      </p:sp>
    </p:spTree>
    <p:extLst>
      <p:ext uri="{BB962C8B-B14F-4D97-AF65-F5344CB8AC3E}">
        <p14:creationId xmlns:p14="http://schemas.microsoft.com/office/powerpoint/2010/main" val="929317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linkClick r:id="rId2" action="ppaction://hlinkfile"/>
              </a:rPr>
              <a:t>1.2 Growing a Small Site</a:t>
            </a:r>
            <a:endParaRPr lang="en-US" dirty="0"/>
          </a:p>
        </p:txBody>
      </p:sp>
      <p:sp>
        <p:nvSpPr>
          <p:cNvPr id="3" name="Content Placeholder 2"/>
          <p:cNvSpPr>
            <a:spLocks noGrp="1"/>
          </p:cNvSpPr>
          <p:nvPr>
            <p:ph idx="1"/>
          </p:nvPr>
        </p:nvSpPr>
        <p:spPr>
          <a:xfrm>
            <a:off x="1765300" y="1825670"/>
            <a:ext cx="7269495" cy="4162380"/>
          </a:xfrm>
        </p:spPr>
        <p:txBody>
          <a:bodyPr>
            <a:noAutofit/>
          </a:bodyPr>
          <a:lstStyle/>
          <a:p>
            <a:r>
              <a:rPr lang="en-US" sz="2000" dirty="0"/>
              <a:t>Provide a helpdesk.</a:t>
            </a:r>
          </a:p>
          <a:p>
            <a:r>
              <a:rPr lang="en-US" sz="2000" dirty="0"/>
              <a:t>Establish checklists for new hires, new desktops/laptops, and new servers.</a:t>
            </a:r>
          </a:p>
          <a:p>
            <a:r>
              <a:rPr lang="en-US" sz="2000" dirty="0"/>
              <a:t>Consider the benefits of a network operations center (NOC) dedicated to monitoring and coordinating network operations.</a:t>
            </a:r>
          </a:p>
          <a:p>
            <a:r>
              <a:rPr lang="en-US" sz="2000" dirty="0"/>
              <a:t>Think about your organization and whom you need to hire, and provide service statistics showing open and resolved problems.</a:t>
            </a:r>
          </a:p>
          <a:p>
            <a:r>
              <a:rPr lang="en-US" sz="2000" dirty="0"/>
              <a:t>Monitor services for both capacity and availability so that you can predict when to scale them.</a:t>
            </a:r>
          </a:p>
          <a:p>
            <a:r>
              <a:rPr lang="en-US" sz="2000" dirty="0"/>
              <a:t>Be ready for an influx of new computers, employees, and SAs.</a:t>
            </a:r>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17</a:t>
            </a:fld>
            <a:endParaRPr lang="en-US" dirty="0"/>
          </a:p>
        </p:txBody>
      </p:sp>
    </p:spTree>
    <p:extLst>
      <p:ext uri="{BB962C8B-B14F-4D97-AF65-F5344CB8AC3E}">
        <p14:creationId xmlns:p14="http://schemas.microsoft.com/office/powerpoint/2010/main" val="2627006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linkClick r:id="rId2" action="ppaction://hlinkfile"/>
              </a:rPr>
              <a:t>1.3 Going Global</a:t>
            </a:r>
            <a:r>
              <a:rPr lang="en-US" dirty="0"/>
              <a:t/>
            </a:r>
            <a:br>
              <a:rPr lang="en-US" dirty="0"/>
            </a:br>
            <a:endParaRPr lang="en-US" dirty="0"/>
          </a:p>
        </p:txBody>
      </p:sp>
      <p:sp>
        <p:nvSpPr>
          <p:cNvPr id="3" name="Content Placeholder 2"/>
          <p:cNvSpPr>
            <a:spLocks noGrp="1"/>
          </p:cNvSpPr>
          <p:nvPr>
            <p:ph idx="1"/>
          </p:nvPr>
        </p:nvSpPr>
        <p:spPr>
          <a:xfrm>
            <a:off x="1536700" y="1797050"/>
            <a:ext cx="7269495" cy="5105400"/>
          </a:xfrm>
        </p:spPr>
        <p:txBody>
          <a:bodyPr>
            <a:normAutofit/>
          </a:bodyPr>
          <a:lstStyle/>
          <a:p>
            <a:r>
              <a:rPr lang="en-US" dirty="0"/>
              <a:t>Design your wide area network (WAN) architecture.</a:t>
            </a:r>
          </a:p>
          <a:p>
            <a:r>
              <a:rPr lang="en-US" dirty="0"/>
              <a:t>Follow three cardinal rules: scale, scale, and scale.</a:t>
            </a:r>
          </a:p>
          <a:p>
            <a:r>
              <a:rPr lang="en-US" dirty="0"/>
              <a:t>Standardize server times on Greenwich Mean Time (GMT) to maximize log analysis capabilities.</a:t>
            </a:r>
          </a:p>
          <a:p>
            <a:r>
              <a:rPr lang="en-US" dirty="0"/>
              <a:t>Make sure that your helpdesk really is 24/7. Look at ways to leverage SAs in other time zones.</a:t>
            </a:r>
          </a:p>
          <a:p>
            <a:r>
              <a:rPr lang="en-US" dirty="0"/>
              <a:t>Architect services to take account of long-distance links—usually lower bandwidth and less reliable.</a:t>
            </a:r>
          </a:p>
          <a:p>
            <a:r>
              <a:rPr lang="en-US" dirty="0"/>
              <a:t>Qualify applications for use over high-latency links.</a:t>
            </a:r>
          </a:p>
          <a:p>
            <a:r>
              <a:rPr lang="en-US" dirty="0"/>
              <a:t>Ensure that your security and permissions structures are still adequate under global operations.</a:t>
            </a:r>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18</a:t>
            </a:fld>
            <a:endParaRPr lang="en-US" dirty="0"/>
          </a:p>
        </p:txBody>
      </p:sp>
    </p:spTree>
    <p:extLst>
      <p:ext uri="{BB962C8B-B14F-4D97-AF65-F5344CB8AC3E}">
        <p14:creationId xmlns:p14="http://schemas.microsoft.com/office/powerpoint/2010/main" val="1120038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linkClick r:id="rId3" action="ppaction://hlinkfile"/>
              </a:rPr>
              <a:t>1.4 Replacing Services</a:t>
            </a:r>
            <a:r>
              <a:rPr lang="en-US" dirty="0"/>
              <a:t/>
            </a:r>
            <a:br>
              <a:rPr lang="en-US" dirty="0"/>
            </a:br>
            <a:endParaRPr lang="en-US" dirty="0"/>
          </a:p>
        </p:txBody>
      </p:sp>
      <p:sp>
        <p:nvSpPr>
          <p:cNvPr id="3" name="Content Placeholder 2"/>
          <p:cNvSpPr>
            <a:spLocks noGrp="1"/>
          </p:cNvSpPr>
          <p:nvPr>
            <p:ph idx="1"/>
          </p:nvPr>
        </p:nvSpPr>
        <p:spPr>
          <a:xfrm>
            <a:off x="1753247" y="1644650"/>
            <a:ext cx="7269495" cy="5115310"/>
          </a:xfrm>
        </p:spPr>
        <p:txBody>
          <a:bodyPr>
            <a:normAutofit/>
          </a:bodyPr>
          <a:lstStyle/>
          <a:p>
            <a:r>
              <a:rPr lang="en-US" sz="2400" dirty="0"/>
              <a:t>Be conscious of the process.</a:t>
            </a:r>
          </a:p>
          <a:p>
            <a:r>
              <a:rPr lang="en-US" sz="2400" dirty="0"/>
              <a:t>Factor in both network dependencies and service dependencies in transition planning.</a:t>
            </a:r>
          </a:p>
          <a:p>
            <a:r>
              <a:rPr lang="en-US" sz="2400" dirty="0"/>
              <a:t>Manage your Dynamic Host Configuration Protocol (DHCP) lease times to aid the transition.</a:t>
            </a:r>
          </a:p>
          <a:p>
            <a:r>
              <a:rPr lang="en-US" sz="2400" dirty="0"/>
              <a:t>Don’t hard-code server names into configurations, instead, hard-code aliases that move with the service.</a:t>
            </a:r>
          </a:p>
          <a:p>
            <a:r>
              <a:rPr lang="en-US" sz="2400" dirty="0"/>
              <a:t>Manage your DNS time-to-live (TTL) values to switch to new servers.</a:t>
            </a:r>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19</a:t>
            </a:fld>
            <a:endParaRPr lang="en-US" dirty="0"/>
          </a:p>
        </p:txBody>
      </p:sp>
    </p:spTree>
    <p:extLst>
      <p:ext uri="{BB962C8B-B14F-4D97-AF65-F5344CB8AC3E}">
        <p14:creationId xmlns:p14="http://schemas.microsoft.com/office/powerpoint/2010/main" val="3474252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linkClick r:id="rId3" action="ppaction://hlinkfile"/>
              </a:rPr>
              <a:t>1.5 Moving a Data Center</a:t>
            </a:r>
            <a:endParaRPr lang="en-US" dirty="0"/>
          </a:p>
        </p:txBody>
      </p:sp>
      <p:sp>
        <p:nvSpPr>
          <p:cNvPr id="3" name="Content Placeholder 2"/>
          <p:cNvSpPr>
            <a:spLocks noGrp="1"/>
          </p:cNvSpPr>
          <p:nvPr>
            <p:ph idx="1"/>
          </p:nvPr>
        </p:nvSpPr>
        <p:spPr>
          <a:xfrm>
            <a:off x="1917700" y="1797050"/>
            <a:ext cx="7269495" cy="4162380"/>
          </a:xfrm>
        </p:spPr>
        <p:txBody>
          <a:bodyPr>
            <a:noAutofit/>
          </a:bodyPr>
          <a:lstStyle/>
          <a:p>
            <a:r>
              <a:rPr lang="en-US" sz="2400" dirty="0"/>
              <a:t>Schedule windows unless everything is fully redundant and you can move first half of a redundant pair and then the other.</a:t>
            </a:r>
          </a:p>
          <a:p>
            <a:r>
              <a:rPr lang="en-US" sz="2400" dirty="0"/>
              <a:t>Make sure that the new data center is properly designed for both current use and future expansion.</a:t>
            </a:r>
          </a:p>
          <a:p>
            <a:r>
              <a:rPr lang="en-US" sz="2400" dirty="0"/>
              <a:t>Back up every file system of any machine before it is moved.</a:t>
            </a:r>
          </a:p>
          <a:p>
            <a:r>
              <a:rPr lang="en-US" sz="2400" dirty="0"/>
              <a:t>Perform a fire drill on your data backup system.</a:t>
            </a:r>
          </a:p>
          <a:p>
            <a:r>
              <a:rPr lang="en-US" sz="2400" dirty="0"/>
              <a:t>Develop test cases before you move, and test, test, test everything after the move is complete.</a:t>
            </a:r>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20</a:t>
            </a:fld>
            <a:endParaRPr lang="en-US" dirty="0"/>
          </a:p>
        </p:txBody>
      </p:sp>
    </p:spTree>
    <p:extLst>
      <p:ext uri="{BB962C8B-B14F-4D97-AF65-F5344CB8AC3E}">
        <p14:creationId xmlns:p14="http://schemas.microsoft.com/office/powerpoint/2010/main" val="306563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60500" y="1095699"/>
            <a:ext cx="7315200" cy="5239090"/>
          </a:xfrm>
        </p:spPr>
        <p:txBody>
          <a:bodyPr>
            <a:normAutofit/>
          </a:bodyPr>
          <a:lstStyle/>
          <a:p>
            <a:r>
              <a:rPr lang="en-US" sz="2000" dirty="0"/>
              <a:t>Label every cable before it is disconnected.</a:t>
            </a:r>
          </a:p>
          <a:p>
            <a:r>
              <a:rPr lang="en-US" sz="2000" dirty="0"/>
              <a:t>Establish minimal services—redundant hardware—at a new location new equipment.</a:t>
            </a:r>
          </a:p>
          <a:p>
            <a:r>
              <a:rPr lang="en-US" sz="2000" dirty="0"/>
              <a:t>Test the new environment—networking, power, uninterruptable power supply (UPS), heating, ventilation, air conditioning (HVAC), and so on—before the move begins.</a:t>
            </a:r>
          </a:p>
          <a:p>
            <a:r>
              <a:rPr lang="en-US" sz="2000" dirty="0"/>
              <a:t>Identify a small group of customers to test business operations with the newly moved minimal services, then test sample scenarios before moving everything else.</a:t>
            </a:r>
          </a:p>
          <a:p>
            <a:r>
              <a:rPr lang="en-US" sz="2000" dirty="0"/>
              <a:t>Run cooling for 48–72 hours, and then replace all filters before occupying the space.</a:t>
            </a:r>
          </a:p>
          <a:p>
            <a:r>
              <a:rPr lang="en-US" sz="2000" dirty="0"/>
              <a:t>Perform a dress rehearsal.</a:t>
            </a:r>
          </a:p>
          <a:p>
            <a:endParaRPr lang="en-US" sz="2000" dirty="0"/>
          </a:p>
        </p:txBody>
      </p:sp>
      <p:sp>
        <p:nvSpPr>
          <p:cNvPr id="4" name="Date Placeholder 3"/>
          <p:cNvSpPr>
            <a:spLocks noGrp="1"/>
          </p:cNvSpPr>
          <p:nvPr>
            <p:ph type="dt" sz="half" idx="10"/>
          </p:nvPr>
        </p:nvSpPr>
        <p:spPr/>
        <p:txBody>
          <a:bodyPr/>
          <a:lstStyle/>
          <a:p>
            <a:pPr marL="12700">
              <a:lnSpc>
                <a:spcPct val="100000"/>
              </a:lnSpc>
            </a:pPr>
            <a:fld id="{970DDF42-9F4C-42C9-B03F-BFE5A2F0877B}" type="datetime1">
              <a:rPr lang="en-US" spc="-5" smtClean="0"/>
              <a:t>3/5/2025</a:t>
            </a:fld>
            <a:endParaRPr lang="en-US" spc="-5" dirty="0"/>
          </a:p>
        </p:txBody>
      </p:sp>
      <p:sp>
        <p:nvSpPr>
          <p:cNvPr id="5" name="Slide Number Placeholder 4"/>
          <p:cNvSpPr>
            <a:spLocks noGrp="1"/>
          </p:cNvSpPr>
          <p:nvPr>
            <p:ph type="sldNum" sz="quarter" idx="12"/>
          </p:nvPr>
        </p:nvSpPr>
        <p:spPr/>
        <p:txBody>
          <a:bodyPr/>
          <a:lstStyle/>
          <a:p>
            <a:fld id="{B6F15528-21DE-4FAA-801E-634DDDAF4B2B}" type="slidenum">
              <a:rPr lang="en-US" smtClean="0"/>
              <a:t>21</a:t>
            </a:fld>
            <a:endParaRPr lang="en-US" dirty="0"/>
          </a:p>
        </p:txBody>
      </p:sp>
    </p:spTree>
    <p:extLst>
      <p:ext uri="{BB962C8B-B14F-4D97-AF65-F5344CB8AC3E}">
        <p14:creationId xmlns:p14="http://schemas.microsoft.com/office/powerpoint/2010/main" val="123118184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891</TotalTime>
  <Words>1834</Words>
  <Application>Microsoft Office PowerPoint</Application>
  <PresentationFormat>Custom</PresentationFormat>
  <Paragraphs>216</Paragraphs>
  <Slides>21</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Calibri</vt:lpstr>
      <vt:lpstr>Century Gothic</vt:lpstr>
      <vt:lpstr>OpenSymbol</vt:lpstr>
      <vt:lpstr>Times New Roman</vt:lpstr>
      <vt:lpstr>Verdana</vt:lpstr>
      <vt:lpstr>Wingdings</vt:lpstr>
      <vt:lpstr>Wingdings 3</vt:lpstr>
      <vt:lpstr>Wisp</vt:lpstr>
      <vt:lpstr>PowerPoint Presentation</vt:lpstr>
      <vt:lpstr>What is Sys Administration</vt:lpstr>
      <vt:lpstr>System Administrator</vt:lpstr>
      <vt:lpstr>What does a sys admin do?</vt:lpstr>
      <vt:lpstr>Systems:  </vt:lpstr>
      <vt:lpstr>What is administration?  </vt:lpstr>
      <vt:lpstr>The challenges of system administration  </vt:lpstr>
      <vt:lpstr>The Goal of System and Network Administration  </vt:lpstr>
      <vt:lpstr>Responsibilities of Network Administration:  </vt:lpstr>
      <vt:lpstr>SA Components  </vt:lpstr>
      <vt:lpstr>Network hardware:  </vt:lpstr>
      <vt:lpstr>PowerPoint Presentation</vt:lpstr>
      <vt:lpstr>PowerPoint Presentation</vt:lpstr>
      <vt:lpstr>Disaster Planning and Recovery  </vt:lpstr>
      <vt:lpstr>1.1 Building a Site from Scratch </vt:lpstr>
      <vt:lpstr>PowerPoint Presentation</vt:lpstr>
      <vt:lpstr>1.2 Growing a Small Site</vt:lpstr>
      <vt:lpstr>1.3 Going Global </vt:lpstr>
      <vt:lpstr>1.4 Replacing Services </vt:lpstr>
      <vt:lpstr>1.5 Moving a Data Center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Online2PDF.com</dc:creator>
  <cp:lastModifiedBy>CGS COMPUTERS</cp:lastModifiedBy>
  <cp:revision>86</cp:revision>
  <dcterms:created xsi:type="dcterms:W3CDTF">2015-05-29T19:58:13Z</dcterms:created>
  <dcterms:modified xsi:type="dcterms:W3CDTF">2025-03-05T04:36:38Z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2015-05-29T00:00:00Z</vt:filetime>
  </property>
  <property fmtid="{D5CDD505-2E9C-101B-9397-08002B2CF9AE}" pid="3" name="LastSaved">
    <vt:filetime>2015-05-29T00:00:00Z</vt:filetime>
  </property>
</Properties>
</file>
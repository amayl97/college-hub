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5" d="100"/>
          <a:sy n="85" d="100"/>
        </p:scale>
        <p:origin x="1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8C920275-7AF4-4A79-AEE8-B77F9E8D67EC}"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2033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spTree>
    <p:extLst>
      <p:ext uri="{BB962C8B-B14F-4D97-AF65-F5344CB8AC3E}">
        <p14:creationId xmlns:p14="http://schemas.microsoft.com/office/powerpoint/2010/main" val="1644852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6240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1EB1BD-5C77-4B6D-8351-2A8A4D23C7FC}"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20275-7AF4-4A79-AEE8-B77F9E8D67EC}" type="slidenum">
              <a:rPr lang="en-US" smtClean="0"/>
              <a:t>‹#›</a:t>
            </a:fld>
            <a:endParaRPr lang="en-US"/>
          </a:p>
        </p:txBody>
      </p:sp>
    </p:spTree>
    <p:extLst>
      <p:ext uri="{BB962C8B-B14F-4D97-AF65-F5344CB8AC3E}">
        <p14:creationId xmlns:p14="http://schemas.microsoft.com/office/powerpoint/2010/main" val="2021325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91EB1BD-5C77-4B6D-8351-2A8A4D23C7FC}"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920275-7AF4-4A79-AEE8-B77F9E8D67EC}"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044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91EB1BD-5C77-4B6D-8351-2A8A4D23C7FC}"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920275-7AF4-4A79-AEE8-B77F9E8D67EC}"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7595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1EB1BD-5C77-4B6D-8351-2A8A4D23C7FC}"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920275-7AF4-4A79-AEE8-B77F9E8D67EC}" type="slidenum">
              <a:rPr lang="en-US" smtClean="0"/>
              <a:t>‹#›</a:t>
            </a:fld>
            <a:endParaRPr lang="en-US"/>
          </a:p>
        </p:txBody>
      </p:sp>
    </p:spTree>
    <p:extLst>
      <p:ext uri="{BB962C8B-B14F-4D97-AF65-F5344CB8AC3E}">
        <p14:creationId xmlns:p14="http://schemas.microsoft.com/office/powerpoint/2010/main" val="2987220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1EB1BD-5C77-4B6D-8351-2A8A4D23C7FC}"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20275-7AF4-4A79-AEE8-B77F9E8D67EC}"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7389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1EB1BD-5C77-4B6D-8351-2A8A4D23C7FC}"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20275-7AF4-4A79-AEE8-B77F9E8D67EC}" type="slidenum">
              <a:rPr lang="en-US" smtClean="0"/>
              <a:t>‹#›</a:t>
            </a:fld>
            <a:endParaRPr lang="en-US"/>
          </a:p>
        </p:txBody>
      </p:sp>
    </p:spTree>
    <p:extLst>
      <p:ext uri="{BB962C8B-B14F-4D97-AF65-F5344CB8AC3E}">
        <p14:creationId xmlns:p14="http://schemas.microsoft.com/office/powerpoint/2010/main" val="869292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91EB1BD-5C77-4B6D-8351-2A8A4D23C7FC}"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20275-7AF4-4A79-AEE8-B77F9E8D67EC}" type="slidenum">
              <a:rPr lang="en-US" smtClean="0"/>
              <a:t>‹#›</a:t>
            </a:fld>
            <a:endParaRPr lang="en-US"/>
          </a:p>
        </p:txBody>
      </p:sp>
    </p:spTree>
    <p:extLst>
      <p:ext uri="{BB962C8B-B14F-4D97-AF65-F5344CB8AC3E}">
        <p14:creationId xmlns:p14="http://schemas.microsoft.com/office/powerpoint/2010/main" val="3353590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2134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9223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spTree>
    <p:extLst>
      <p:ext uri="{BB962C8B-B14F-4D97-AF65-F5344CB8AC3E}">
        <p14:creationId xmlns:p14="http://schemas.microsoft.com/office/powerpoint/2010/main" val="330880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3692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0192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70299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1EB1BD-5C77-4B6D-8351-2A8A4D23C7FC}"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20275-7AF4-4A79-AEE8-B77F9E8D67EC}"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6440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1EB1BD-5C77-4B6D-8351-2A8A4D23C7FC}" type="datetimeFigureOut">
              <a:rPr lang="en-US" smtClean="0"/>
              <a:t>4/8/2026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C920275-7AF4-4A79-AEE8-B77F9E8D67EC}" type="slidenum">
              <a:rPr lang="en-US" smtClean="0"/>
              <a:t>‹#›</a:t>
            </a:fld>
            <a:endParaRPr lang="en-US"/>
          </a:p>
        </p:txBody>
      </p:sp>
    </p:spTree>
    <p:extLst>
      <p:ext uri="{BB962C8B-B14F-4D97-AF65-F5344CB8AC3E}">
        <p14:creationId xmlns:p14="http://schemas.microsoft.com/office/powerpoint/2010/main" val="1650317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219201"/>
            <a:ext cx="6815669" cy="2167464"/>
          </a:xfrm>
        </p:spPr>
        <p:txBody>
          <a:bodyPr>
            <a:normAutofit/>
          </a:bodyPr>
          <a:lstStyle/>
          <a:p>
            <a:r>
              <a:rPr lang="en-US" sz="4000" dirty="0"/>
              <a:t>Configuring Local services and managing basic system </a:t>
            </a:r>
            <a:r>
              <a:rPr lang="en-US" sz="4000" dirty="0" smtClean="0"/>
              <a:t>issues</a:t>
            </a:r>
            <a:endParaRPr lang="en-US" sz="4000" dirty="0"/>
          </a:p>
        </p:txBody>
      </p:sp>
      <p:sp>
        <p:nvSpPr>
          <p:cNvPr id="3" name="Subtitle 2"/>
          <p:cNvSpPr>
            <a:spLocks noGrp="1"/>
          </p:cNvSpPr>
          <p:nvPr>
            <p:ph type="subTitle" idx="1"/>
          </p:nvPr>
        </p:nvSpPr>
        <p:spPr/>
        <p:txBody>
          <a:bodyPr/>
          <a:lstStyle/>
          <a:p>
            <a:r>
              <a:rPr lang="en-US" dirty="0" smtClean="0"/>
              <a:t>Sys And Network Administration</a:t>
            </a:r>
            <a:endParaRPr lang="en-US" dirty="0"/>
          </a:p>
        </p:txBody>
      </p:sp>
    </p:spTree>
    <p:extLst>
      <p:ext uri="{BB962C8B-B14F-4D97-AF65-F5344CB8AC3E}">
        <p14:creationId xmlns:p14="http://schemas.microsoft.com/office/powerpoint/2010/main" val="29611411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Configuring Local services:</a:t>
            </a:r>
            <a:r>
              <a:rPr lang="en-US" dirty="0" smtClean="0"/>
              <a:t> </a:t>
            </a:r>
            <a:endParaRPr lang="en-US" dirty="0"/>
          </a:p>
        </p:txBody>
      </p:sp>
      <p:sp>
        <p:nvSpPr>
          <p:cNvPr id="3" name="Content Placeholder 2"/>
          <p:cNvSpPr>
            <a:spLocks noGrp="1"/>
          </p:cNvSpPr>
          <p:nvPr>
            <p:ph idx="1"/>
          </p:nvPr>
        </p:nvSpPr>
        <p:spPr/>
        <p:txBody>
          <a:bodyPr>
            <a:normAutofit lnSpcReduction="10000"/>
          </a:bodyPr>
          <a:lstStyle/>
          <a:p>
            <a:r>
              <a:rPr lang="en-US" b="1" dirty="0"/>
              <a:t>The Root user</a:t>
            </a:r>
          </a:p>
          <a:p>
            <a:r>
              <a:rPr lang="en-US" dirty="0"/>
              <a:t>Each operating system have super user, a user that has all power over the system. Here the super user is the root user. </a:t>
            </a:r>
            <a:endParaRPr lang="en-US" dirty="0" smtClean="0"/>
          </a:p>
          <a:p>
            <a:r>
              <a:rPr lang="en-US" dirty="0" smtClean="0"/>
              <a:t>This </a:t>
            </a:r>
            <a:r>
              <a:rPr lang="en-US" dirty="0"/>
              <a:t>user has power to privilege on file system and used to manage the system. </a:t>
            </a:r>
            <a:endParaRPr lang="en-US" dirty="0" smtClean="0"/>
          </a:p>
          <a:p>
            <a:r>
              <a:rPr lang="en-US" dirty="0" smtClean="0"/>
              <a:t>Important </a:t>
            </a:r>
            <a:r>
              <a:rPr lang="en-US" dirty="0"/>
              <a:t>devices are controlled by the root user and some devices are controlled by a normal user</a:t>
            </a:r>
            <a:r>
              <a:rPr lang="en-US" dirty="0" smtClean="0"/>
              <a:t> </a:t>
            </a:r>
            <a:br>
              <a:rPr lang="en-US" dirty="0" smtClean="0"/>
            </a:br>
            <a:endParaRPr lang="en-US" dirty="0"/>
          </a:p>
        </p:txBody>
      </p:sp>
    </p:spTree>
    <p:extLst>
      <p:ext uri="{BB962C8B-B14F-4D97-AF65-F5344CB8AC3E}">
        <p14:creationId xmlns:p14="http://schemas.microsoft.com/office/powerpoint/2010/main" val="36675580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Local users</a:t>
            </a:r>
            <a:r>
              <a:rPr lang="en-US" dirty="0" smtClean="0"/>
              <a:t> </a:t>
            </a:r>
            <a:endParaRPr lang="en-US" dirty="0"/>
          </a:p>
        </p:txBody>
      </p:sp>
      <p:sp>
        <p:nvSpPr>
          <p:cNvPr id="3" name="Content Placeholder 2"/>
          <p:cNvSpPr>
            <a:spLocks noGrp="1"/>
          </p:cNvSpPr>
          <p:nvPr>
            <p:ph idx="1"/>
          </p:nvPr>
        </p:nvSpPr>
        <p:spPr>
          <a:xfrm>
            <a:off x="838200" y="1825624"/>
            <a:ext cx="10515600" cy="4800953"/>
          </a:xfrm>
        </p:spPr>
        <p:txBody>
          <a:bodyPr/>
          <a:lstStyle/>
          <a:p>
            <a:r>
              <a:rPr lang="en-US" b="1" dirty="0"/>
              <a:t>Local users</a:t>
            </a:r>
          </a:p>
          <a:p>
            <a:r>
              <a:rPr lang="en-US" dirty="0"/>
              <a:t>In Windows, a local user is one whose username and encrypted password are stored on the computer itself. </a:t>
            </a:r>
            <a:endParaRPr lang="en-US" dirty="0" smtClean="0"/>
          </a:p>
          <a:p>
            <a:r>
              <a:rPr lang="en-US" dirty="0" smtClean="0"/>
              <a:t>When </a:t>
            </a:r>
            <a:r>
              <a:rPr lang="en-US" dirty="0"/>
              <a:t>you log in as a local user, the computer checks its own list of users and its own password file to see if you are allowed to log into the computer. </a:t>
            </a:r>
            <a:endParaRPr lang="en-US" dirty="0" smtClean="0"/>
          </a:p>
          <a:p>
            <a:r>
              <a:rPr lang="en-US" dirty="0" smtClean="0"/>
              <a:t>The </a:t>
            </a:r>
            <a:r>
              <a:rPr lang="en-US" dirty="0"/>
              <a:t>computer itself then applies all the permissions (e.g., "can use the CD-ROM", "can install programs") and restrictions (e.g., "cannot install programs") that are assigned to you for that computer.</a:t>
            </a:r>
            <a:r>
              <a:rPr lang="en-US" dirty="0" smtClean="0"/>
              <a:t> </a:t>
            </a:r>
            <a:br>
              <a:rPr lang="en-US" dirty="0" smtClean="0"/>
            </a:br>
            <a:endParaRPr lang="en-US" dirty="0"/>
          </a:p>
        </p:txBody>
      </p:sp>
    </p:spTree>
    <p:extLst>
      <p:ext uri="{BB962C8B-B14F-4D97-AF65-F5344CB8AC3E}">
        <p14:creationId xmlns:p14="http://schemas.microsoft.com/office/powerpoint/2010/main" val="36997209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System clock</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55000" lnSpcReduction="20000"/>
          </a:bodyPr>
          <a:lstStyle/>
          <a:p>
            <a:r>
              <a:rPr lang="en-US" dirty="0"/>
              <a:t>The PC hardware time is most probably accurate but in some applications we need the correct time. Network Time Protocol (NTP) counters that dynamically configuring the time. Here we connect our system</a:t>
            </a:r>
          </a:p>
          <a:p>
            <a:r>
              <a:rPr lang="en-US" dirty="0"/>
              <a:t>to network time. </a:t>
            </a:r>
            <a:r>
              <a:rPr lang="en-US" b="1" dirty="0"/>
              <a:t>To configure NTP service:</a:t>
            </a:r>
          </a:p>
          <a:p>
            <a:r>
              <a:rPr lang="en-US" dirty="0"/>
              <a:t>1. launch </a:t>
            </a:r>
            <a:r>
              <a:rPr lang="en-US" b="1" dirty="0"/>
              <a:t>date and time </a:t>
            </a:r>
            <a:r>
              <a:rPr lang="en-US" dirty="0"/>
              <a:t>management tool from the </a:t>
            </a:r>
            <a:r>
              <a:rPr lang="en-US" b="1" dirty="0"/>
              <a:t>system-&gt;Administration </a:t>
            </a:r>
            <a:r>
              <a:rPr lang="en-US" dirty="0"/>
              <a:t>or by using</a:t>
            </a:r>
          </a:p>
          <a:p>
            <a:r>
              <a:rPr lang="en-US" dirty="0"/>
              <a:t>command </a:t>
            </a:r>
            <a:r>
              <a:rPr lang="en-US" b="1" dirty="0"/>
              <a:t>system-</a:t>
            </a:r>
            <a:r>
              <a:rPr lang="en-US" b="1" dirty="0" err="1"/>
              <a:t>config</a:t>
            </a:r>
            <a:r>
              <a:rPr lang="en-US" b="1" dirty="0"/>
              <a:t>-date</a:t>
            </a:r>
          </a:p>
          <a:p>
            <a:r>
              <a:rPr lang="en-US" dirty="0"/>
              <a:t>2. click time zone</a:t>
            </a:r>
          </a:p>
          <a:p>
            <a:r>
              <a:rPr lang="en-US" dirty="0"/>
              <a:t>3. set your local zone</a:t>
            </a:r>
          </a:p>
          <a:p>
            <a:r>
              <a:rPr lang="en-US" dirty="0"/>
              <a:t>4. click the </a:t>
            </a:r>
            <a:r>
              <a:rPr lang="en-US" b="1" dirty="0"/>
              <a:t>date and time </a:t>
            </a:r>
            <a:r>
              <a:rPr lang="en-US" dirty="0"/>
              <a:t>tab</a:t>
            </a:r>
          </a:p>
          <a:p>
            <a:r>
              <a:rPr lang="en-US" dirty="0"/>
              <a:t>5. check </a:t>
            </a:r>
            <a:r>
              <a:rPr lang="en-US" b="1" dirty="0"/>
              <a:t>synchronize date and time over the network </a:t>
            </a:r>
            <a:r>
              <a:rPr lang="en-US" dirty="0"/>
              <a:t>to turn on NTP</a:t>
            </a:r>
          </a:p>
          <a:p>
            <a:r>
              <a:rPr lang="en-US" dirty="0"/>
              <a:t>6. click ADD </a:t>
            </a:r>
            <a:r>
              <a:rPr lang="en-US" dirty="0" smtClean="0"/>
              <a:t>button </a:t>
            </a:r>
            <a:r>
              <a:rPr lang="en-US" dirty="0"/>
              <a:t>to add NTP server, type the server where you want synchronize</a:t>
            </a:r>
          </a:p>
          <a:p>
            <a:r>
              <a:rPr lang="en-US" dirty="0"/>
              <a:t>7. Select </a:t>
            </a:r>
            <a:r>
              <a:rPr lang="en-US" b="1" dirty="0"/>
              <a:t>speed up initial synchronization </a:t>
            </a:r>
            <a:r>
              <a:rPr lang="en-US" dirty="0"/>
              <a:t>from Advanced options</a:t>
            </a:r>
            <a:r>
              <a:rPr lang="en-US" dirty="0" smtClean="0"/>
              <a:t> </a:t>
            </a:r>
            <a:br>
              <a:rPr lang="en-US" dirty="0" smtClean="0"/>
            </a:br>
            <a:endParaRPr lang="en-US" dirty="0"/>
          </a:p>
        </p:txBody>
      </p:sp>
    </p:spTree>
    <p:extLst>
      <p:ext uri="{BB962C8B-B14F-4D97-AF65-F5344CB8AC3E}">
        <p14:creationId xmlns:p14="http://schemas.microsoft.com/office/powerpoint/2010/main" val="39410829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 configure printer service:</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a:t>we should on the printer device using command </a:t>
            </a:r>
            <a:r>
              <a:rPr lang="en-US" b="1" dirty="0"/>
              <a:t>service-cups-on</a:t>
            </a:r>
          </a:p>
          <a:p>
            <a:r>
              <a:rPr lang="en-US" dirty="0"/>
              <a:t>2. To open print manager by </a:t>
            </a:r>
            <a:r>
              <a:rPr lang="en-US" b="1" dirty="0"/>
              <a:t>system-&gt;Administration-&gt;printing </a:t>
            </a:r>
            <a:r>
              <a:rPr lang="en-US" dirty="0"/>
              <a:t>or by using command </a:t>
            </a:r>
            <a:r>
              <a:rPr lang="en-US" b="1" dirty="0" err="1"/>
              <a:t>systemconfig</a:t>
            </a:r>
            <a:r>
              <a:rPr lang="en-US" b="1" dirty="0"/>
              <a:t> printer</a:t>
            </a:r>
          </a:p>
          <a:p>
            <a:r>
              <a:rPr lang="en-US" dirty="0"/>
              <a:t>3. Authenticate with root password for privileges if required</a:t>
            </a:r>
          </a:p>
          <a:p>
            <a:r>
              <a:rPr lang="en-US" dirty="0"/>
              <a:t>4. select find network printer, enter the host name or IP of the printer</a:t>
            </a:r>
          </a:p>
          <a:p>
            <a:r>
              <a:rPr lang="en-US" dirty="0"/>
              <a:t>5. The system will auto detect the printer if not you will need to specify the driver list manually </a:t>
            </a:r>
            <a:r>
              <a:rPr lang="en-US" dirty="0" smtClean="0"/>
              <a:t>and then </a:t>
            </a:r>
            <a:r>
              <a:rPr lang="en-US" dirty="0"/>
              <a:t>need a special installation if not detected</a:t>
            </a:r>
          </a:p>
          <a:p>
            <a:r>
              <a:rPr lang="en-US" dirty="0"/>
              <a:t>6. If you want the printer to be default for this system, right click on the printer icon and select </a:t>
            </a:r>
            <a:r>
              <a:rPr lang="en-US" dirty="0" smtClean="0"/>
              <a:t>as default</a:t>
            </a:r>
            <a:r>
              <a:rPr lang="en-US" dirty="0"/>
              <a:t>.</a:t>
            </a:r>
          </a:p>
          <a:p>
            <a:r>
              <a:rPr lang="en-US" dirty="0"/>
              <a:t>7. To print the page use </a:t>
            </a:r>
            <a:r>
              <a:rPr lang="en-US" b="1" dirty="0" err="1"/>
              <a:t>ctrl+p</a:t>
            </a:r>
            <a:r>
              <a:rPr lang="en-US" b="1" dirty="0"/>
              <a:t> </a:t>
            </a:r>
            <a:r>
              <a:rPr lang="en-US" dirty="0"/>
              <a:t>or select </a:t>
            </a:r>
            <a:r>
              <a:rPr lang="en-US" b="1" dirty="0"/>
              <a:t>File-&gt;print</a:t>
            </a:r>
            <a:r>
              <a:rPr lang="en-US" dirty="0" smtClean="0"/>
              <a:t> </a:t>
            </a:r>
            <a:br>
              <a:rPr lang="en-US" dirty="0" smtClean="0"/>
            </a:br>
            <a:endParaRPr lang="en-US" dirty="0"/>
          </a:p>
        </p:txBody>
      </p:sp>
    </p:spTree>
    <p:extLst>
      <p:ext uri="{BB962C8B-B14F-4D97-AF65-F5344CB8AC3E}">
        <p14:creationId xmlns:p14="http://schemas.microsoft.com/office/powerpoint/2010/main" val="2846580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Solving </a:t>
            </a:r>
            <a:r>
              <a:rPr lang="en-US" b="1" dirty="0" smtClean="0"/>
              <a:t>Basic </a:t>
            </a:r>
            <a:r>
              <a:rPr lang="en-US" b="1" dirty="0"/>
              <a:t>System Issues?</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a:t>Computers are connected in a network to exchange information or resources each other. </a:t>
            </a:r>
            <a:endParaRPr lang="en-US" dirty="0" smtClean="0"/>
          </a:p>
          <a:p>
            <a:r>
              <a:rPr lang="en-US" dirty="0" smtClean="0"/>
              <a:t>Two </a:t>
            </a:r>
            <a:r>
              <a:rPr lang="en-US" dirty="0"/>
              <a:t>or more computer connected through network media called computer network. There are number of network devices or media are involved to form computer network. </a:t>
            </a:r>
            <a:endParaRPr lang="en-US" dirty="0" smtClean="0"/>
          </a:p>
          <a:p>
            <a:r>
              <a:rPr lang="en-US" dirty="0" smtClean="0"/>
              <a:t>Computer </a:t>
            </a:r>
            <a:r>
              <a:rPr lang="en-US" dirty="0"/>
              <a:t>loaded with Linux Operating System can also be a part of network whether it is small or large network by its multitasking and multiuser natures. </a:t>
            </a:r>
            <a:endParaRPr lang="en-US" dirty="0" smtClean="0"/>
          </a:p>
          <a:p>
            <a:r>
              <a:rPr lang="en-US" dirty="0" smtClean="0"/>
              <a:t>Maintaining </a:t>
            </a:r>
            <a:r>
              <a:rPr lang="en-US" dirty="0"/>
              <a:t>of system and network up and running is a task of System </a:t>
            </a:r>
            <a:r>
              <a:rPr lang="en-US" dirty="0" smtClean="0"/>
              <a:t>Network Administrator‘s job. </a:t>
            </a:r>
            <a:br>
              <a:rPr lang="en-US" dirty="0" smtClean="0"/>
            </a:br>
            <a:endParaRPr lang="en-US" dirty="0"/>
          </a:p>
        </p:txBody>
      </p:sp>
    </p:spTree>
    <p:extLst>
      <p:ext uri="{BB962C8B-B14F-4D97-AF65-F5344CB8AC3E}">
        <p14:creationId xmlns:p14="http://schemas.microsoft.com/office/powerpoint/2010/main" val="38020539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managing basic system issues:</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err="1"/>
              <a:t>ifconfig</a:t>
            </a:r>
            <a:r>
              <a:rPr lang="en-US" dirty="0"/>
              <a:t> (interface configurator) command is use to initialize an interface, assign IP Address to interface and enable or disable interface on demand. With this command you can view IP Address and Hardware / MAC address assign to interface and also MTU (Maximum transmission unit) size.</a:t>
            </a:r>
          </a:p>
          <a:p>
            <a:r>
              <a:rPr lang="en-US" dirty="0"/>
              <a:t># </a:t>
            </a:r>
            <a:r>
              <a:rPr lang="en-US" dirty="0" err="1"/>
              <a:t>ifconfig</a:t>
            </a:r>
            <a:endParaRPr lang="en-US" dirty="0"/>
          </a:p>
          <a:p>
            <a:r>
              <a:rPr lang="en-US" dirty="0" err="1"/>
              <a:t>ifconfig</a:t>
            </a:r>
            <a:r>
              <a:rPr lang="en-US" dirty="0"/>
              <a:t> with interface (eth0) command only shows specific interface details like IP Address, MAC Address etc. with a options will display all available interface details if it is disable also.</a:t>
            </a:r>
          </a:p>
          <a:p>
            <a:r>
              <a:rPr lang="en-US" dirty="0"/>
              <a:t># </a:t>
            </a:r>
            <a:r>
              <a:rPr lang="en-US" dirty="0" err="1"/>
              <a:t>ifconfig</a:t>
            </a:r>
            <a:r>
              <a:rPr lang="en-US" dirty="0"/>
              <a:t> eth0</a:t>
            </a:r>
          </a:p>
          <a:p>
            <a:r>
              <a:rPr lang="en-US" dirty="0"/>
              <a:t> </a:t>
            </a:r>
            <a:r>
              <a:rPr lang="en-US" b="1" dirty="0"/>
              <a:t>Assigning IP Address and Gateway</a:t>
            </a:r>
          </a:p>
          <a:p>
            <a:r>
              <a:rPr lang="en-US" dirty="0"/>
              <a:t>Assigning an IP Address and Gateway to interface on the fly. The setting will be removed in case of system reboot</a:t>
            </a:r>
            <a:r>
              <a:rPr lang="en-US" dirty="0" smtClean="0"/>
              <a:t> </a:t>
            </a:r>
            <a:br>
              <a:rPr lang="en-US" dirty="0" smtClean="0"/>
            </a:br>
            <a:r>
              <a:rPr lang="en-US" dirty="0"/>
              <a:t># </a:t>
            </a:r>
            <a:r>
              <a:rPr lang="en-US" dirty="0" err="1"/>
              <a:t>ifconfig</a:t>
            </a:r>
            <a:r>
              <a:rPr lang="en-US" dirty="0"/>
              <a:t> eth0 192.168.50.5 </a:t>
            </a:r>
            <a:r>
              <a:rPr lang="en-US" dirty="0" err="1"/>
              <a:t>netmask</a:t>
            </a:r>
            <a:r>
              <a:rPr lang="en-US" dirty="0"/>
              <a:t> 255.255.255.0</a:t>
            </a:r>
            <a:r>
              <a:rPr lang="en-US" dirty="0" smtClean="0"/>
              <a:t> </a:t>
            </a:r>
            <a:br>
              <a:rPr lang="en-US" dirty="0" smtClean="0"/>
            </a:br>
            <a:endParaRPr lang="en-US" dirty="0"/>
          </a:p>
        </p:txBody>
      </p:sp>
    </p:spTree>
    <p:extLst>
      <p:ext uri="{BB962C8B-B14F-4D97-AF65-F5344CB8AC3E}">
        <p14:creationId xmlns:p14="http://schemas.microsoft.com/office/powerpoint/2010/main" val="1405758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a:t>Enable or Disable Specific Interface</a:t>
            </a:r>
          </a:p>
          <a:p>
            <a:r>
              <a:rPr lang="en-US" dirty="0"/>
              <a:t>To enable or disable specific Interface, we use example command as follows.</a:t>
            </a:r>
          </a:p>
          <a:p>
            <a:r>
              <a:rPr lang="en-US" dirty="0"/>
              <a:t> Enable eth0</a:t>
            </a:r>
          </a:p>
          <a:p>
            <a:r>
              <a:rPr lang="en-US" dirty="0"/>
              <a:t># </a:t>
            </a:r>
            <a:r>
              <a:rPr lang="en-US" dirty="0" err="1"/>
              <a:t>ifup</a:t>
            </a:r>
            <a:r>
              <a:rPr lang="en-US" dirty="0"/>
              <a:t> eth0</a:t>
            </a:r>
          </a:p>
          <a:p>
            <a:r>
              <a:rPr lang="en-US" dirty="0"/>
              <a:t> Disable eth0</a:t>
            </a:r>
          </a:p>
          <a:p>
            <a:r>
              <a:rPr lang="en-US" dirty="0"/>
              <a:t># </a:t>
            </a:r>
            <a:r>
              <a:rPr lang="en-US" dirty="0" err="1"/>
              <a:t>ifdown</a:t>
            </a:r>
            <a:r>
              <a:rPr lang="en-US" dirty="0"/>
              <a:t> eth0</a:t>
            </a:r>
          </a:p>
          <a:p>
            <a:r>
              <a:rPr lang="en-US" dirty="0"/>
              <a:t> </a:t>
            </a:r>
            <a:r>
              <a:rPr lang="en-US" b="1" dirty="0"/>
              <a:t>Setting MTU Size</a:t>
            </a:r>
          </a:p>
          <a:p>
            <a:r>
              <a:rPr lang="en-US" dirty="0"/>
              <a:t>By default MTU size is 1500. We can set required MTU size with below command. Replace XXXX with size.</a:t>
            </a:r>
            <a:r>
              <a:rPr lang="en-US" dirty="0" smtClean="0"/>
              <a:t> </a:t>
            </a:r>
            <a:br>
              <a:rPr lang="en-US" dirty="0" smtClean="0"/>
            </a:br>
            <a:r>
              <a:rPr lang="en-US" b="1" dirty="0"/>
              <a:t># </a:t>
            </a:r>
            <a:r>
              <a:rPr lang="en-US" b="1" dirty="0" err="1"/>
              <a:t>ifconfig</a:t>
            </a:r>
            <a:r>
              <a:rPr lang="en-US" b="1" dirty="0"/>
              <a:t> eth0 </a:t>
            </a:r>
            <a:r>
              <a:rPr lang="en-US" b="1" dirty="0" err="1"/>
              <a:t>mtu</a:t>
            </a:r>
            <a:r>
              <a:rPr lang="en-US" b="1" dirty="0"/>
              <a:t> XXXX</a:t>
            </a:r>
            <a:r>
              <a:rPr lang="en-US" dirty="0" smtClean="0"/>
              <a:t> </a:t>
            </a:r>
            <a:br>
              <a:rPr lang="en-US" dirty="0" smtClean="0"/>
            </a:br>
            <a:endParaRPr lang="en-US" dirty="0"/>
          </a:p>
        </p:txBody>
      </p:sp>
    </p:spTree>
    <p:extLst>
      <p:ext uri="{BB962C8B-B14F-4D97-AF65-F5344CB8AC3E}">
        <p14:creationId xmlns:p14="http://schemas.microsoft.com/office/powerpoint/2010/main" val="23380132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89631"/>
          </a:xfrm>
        </p:spPr>
        <p:txBody>
          <a:bodyPr>
            <a:normAutofit fontScale="90000"/>
          </a:bodyPr>
          <a:lstStyle/>
          <a:p>
            <a:endParaRPr lang="en-US" dirty="0"/>
          </a:p>
        </p:txBody>
      </p:sp>
      <p:sp>
        <p:nvSpPr>
          <p:cNvPr id="3" name="Content Placeholder 2"/>
          <p:cNvSpPr>
            <a:spLocks noGrp="1"/>
          </p:cNvSpPr>
          <p:nvPr>
            <p:ph idx="1"/>
          </p:nvPr>
        </p:nvSpPr>
        <p:spPr>
          <a:xfrm>
            <a:off x="838200" y="869244"/>
            <a:ext cx="10515600" cy="5307719"/>
          </a:xfrm>
        </p:spPr>
        <p:txBody>
          <a:bodyPr>
            <a:normAutofit fontScale="85000" lnSpcReduction="20000"/>
          </a:bodyPr>
          <a:lstStyle/>
          <a:p>
            <a:r>
              <a:rPr lang="en-US" b="1" dirty="0"/>
              <a:t>PING Command</a:t>
            </a:r>
          </a:p>
          <a:p>
            <a:r>
              <a:rPr lang="en-US" dirty="0"/>
              <a:t>PING (Packet </a:t>
            </a:r>
            <a:r>
              <a:rPr lang="en-US" dirty="0" err="1"/>
              <a:t>INternet</a:t>
            </a:r>
            <a:r>
              <a:rPr lang="en-US" dirty="0"/>
              <a:t> Groper) command is the best way to test connectivity between two nodes. Whether it is Local</a:t>
            </a:r>
          </a:p>
          <a:p>
            <a:r>
              <a:rPr lang="en-US" dirty="0"/>
              <a:t>Area Network (LAN) or Wide Area Network (WAN). Ping use ICMP (Internet Control Message Protocol) to communicate to other devices. You can ping host name of </a:t>
            </a:r>
            <a:r>
              <a:rPr lang="en-US" dirty="0" err="1"/>
              <a:t>ip</a:t>
            </a:r>
            <a:r>
              <a:rPr lang="en-US" dirty="0"/>
              <a:t> address using below command.</a:t>
            </a:r>
          </a:p>
          <a:p>
            <a:r>
              <a:rPr lang="en-US" dirty="0"/>
              <a:t># ping 4.2.2.2 OR</a:t>
            </a:r>
          </a:p>
          <a:p>
            <a:r>
              <a:rPr lang="en-US" dirty="0"/>
              <a:t># ping www.tecmint.com</a:t>
            </a:r>
          </a:p>
          <a:p>
            <a:r>
              <a:rPr lang="en-US" dirty="0"/>
              <a:t>In Linux ping command keep executing until you interrupt. Ping with -c option exit after N number of request (success or error respond).</a:t>
            </a:r>
          </a:p>
          <a:p>
            <a:r>
              <a:rPr lang="en-US" dirty="0"/>
              <a:t> </a:t>
            </a:r>
            <a:r>
              <a:rPr lang="en-US" b="1" dirty="0"/>
              <a:t>RACEROUTE Command</a:t>
            </a:r>
          </a:p>
          <a:p>
            <a:r>
              <a:rPr lang="en-US" dirty="0"/>
              <a:t>traceroute is a network troubleshooting utility which shows number of hops taken to reach destination also determine packets traveling path. Below we are tracing route to global DNS server IP Address and able to reach destination also shows path of that packet is traveling.</a:t>
            </a:r>
          </a:p>
          <a:p>
            <a:r>
              <a:rPr lang="en-US" dirty="0"/>
              <a:t># traceroute 4.2.2.2 </a:t>
            </a:r>
            <a:r>
              <a:rPr lang="en-US" dirty="0" smtClean="0"/>
              <a:t> </a:t>
            </a:r>
            <a:br>
              <a:rPr lang="en-US" dirty="0" smtClean="0"/>
            </a:br>
            <a:endParaRPr lang="en-US" dirty="0"/>
          </a:p>
        </p:txBody>
      </p:sp>
    </p:spTree>
    <p:extLst>
      <p:ext uri="{BB962C8B-B14F-4D97-AF65-F5344CB8AC3E}">
        <p14:creationId xmlns:p14="http://schemas.microsoft.com/office/powerpoint/2010/main" val="39077049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1853"/>
          </a:xfrm>
        </p:spPr>
        <p:txBody>
          <a:bodyPr>
            <a:normAutofit fontScale="90000"/>
          </a:bodyPr>
          <a:lstStyle/>
          <a:p>
            <a:endParaRPr lang="en-US" dirty="0"/>
          </a:p>
        </p:txBody>
      </p:sp>
      <p:sp>
        <p:nvSpPr>
          <p:cNvPr id="3" name="Content Placeholder 2"/>
          <p:cNvSpPr>
            <a:spLocks noGrp="1"/>
          </p:cNvSpPr>
          <p:nvPr>
            <p:ph idx="1"/>
          </p:nvPr>
        </p:nvSpPr>
        <p:spPr>
          <a:xfrm>
            <a:off x="838200" y="936978"/>
            <a:ext cx="10515600" cy="5239985"/>
          </a:xfrm>
        </p:spPr>
        <p:txBody>
          <a:bodyPr>
            <a:normAutofit fontScale="85000" lnSpcReduction="10000"/>
          </a:bodyPr>
          <a:lstStyle/>
          <a:p>
            <a:r>
              <a:rPr lang="en-US" b="1" dirty="0"/>
              <a:t>NETSTAT Command</a:t>
            </a:r>
          </a:p>
          <a:p>
            <a:r>
              <a:rPr lang="en-US" dirty="0" err="1"/>
              <a:t>Netstat</a:t>
            </a:r>
            <a:r>
              <a:rPr lang="en-US" dirty="0"/>
              <a:t> (Network Statistic) command display connection info, routing table information etc. To displays routing table information use option as -r.</a:t>
            </a:r>
          </a:p>
          <a:p>
            <a:r>
              <a:rPr lang="en-US" dirty="0"/>
              <a:t># </a:t>
            </a:r>
            <a:r>
              <a:rPr lang="en-US" dirty="0" err="1"/>
              <a:t>netstat</a:t>
            </a:r>
            <a:r>
              <a:rPr lang="en-US" dirty="0"/>
              <a:t> -r</a:t>
            </a:r>
          </a:p>
          <a:p>
            <a:r>
              <a:rPr lang="en-US" dirty="0"/>
              <a:t>For more examples of </a:t>
            </a:r>
            <a:r>
              <a:rPr lang="en-US" dirty="0" err="1"/>
              <a:t>Netstat</a:t>
            </a:r>
            <a:r>
              <a:rPr lang="en-US" dirty="0"/>
              <a:t> Command, please read our earlier article on 20 </a:t>
            </a:r>
            <a:r>
              <a:rPr lang="en-US" dirty="0" err="1"/>
              <a:t>Netstat</a:t>
            </a:r>
            <a:r>
              <a:rPr lang="en-US" dirty="0"/>
              <a:t> Command Examples in Linux.</a:t>
            </a:r>
            <a:r>
              <a:rPr lang="en-US" dirty="0" smtClean="0"/>
              <a:t> </a:t>
            </a:r>
          </a:p>
          <a:p>
            <a:r>
              <a:rPr lang="en-US" b="1" dirty="0"/>
              <a:t>NSLOOKUP Command</a:t>
            </a:r>
          </a:p>
          <a:p>
            <a:r>
              <a:rPr lang="en-US" dirty="0" err="1"/>
              <a:t>nslookup</a:t>
            </a:r>
            <a:r>
              <a:rPr lang="en-US" dirty="0"/>
              <a:t> command also use to find out DNS related query. The following examples shows A Record (IP Address) of</a:t>
            </a:r>
          </a:p>
          <a:p>
            <a:r>
              <a:rPr lang="en-US" dirty="0"/>
              <a:t>tecmint.com.</a:t>
            </a:r>
          </a:p>
          <a:p>
            <a:r>
              <a:rPr lang="en-US" dirty="0"/>
              <a:t># </a:t>
            </a:r>
            <a:r>
              <a:rPr lang="en-US" dirty="0" err="1"/>
              <a:t>nslookup</a:t>
            </a:r>
            <a:r>
              <a:rPr lang="en-US" dirty="0"/>
              <a:t> www.tecmint.com Server: 4.2.2.2 Address: 4.2.2.2#53</a:t>
            </a:r>
          </a:p>
          <a:p>
            <a:r>
              <a:rPr lang="en-US" dirty="0"/>
              <a:t>For more NSLOOKUP Command, read the article on 8 Linux </a:t>
            </a:r>
            <a:r>
              <a:rPr lang="en-US" dirty="0" err="1"/>
              <a:t>Nslookup</a:t>
            </a:r>
            <a:r>
              <a:rPr lang="en-US" dirty="0"/>
              <a:t> Command Examples.</a:t>
            </a:r>
            <a:r>
              <a:rPr lang="en-US" dirty="0" smtClean="0"/>
              <a:t>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24846256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9942"/>
          </a:xfrm>
        </p:spPr>
        <p:txBody>
          <a:bodyPr>
            <a:normAutofit fontScale="90000"/>
          </a:bodyPr>
          <a:lstStyle/>
          <a:p>
            <a:endParaRPr lang="en-US" dirty="0"/>
          </a:p>
        </p:txBody>
      </p:sp>
      <p:sp>
        <p:nvSpPr>
          <p:cNvPr id="3" name="Content Placeholder 2"/>
          <p:cNvSpPr>
            <a:spLocks noGrp="1"/>
          </p:cNvSpPr>
          <p:nvPr>
            <p:ph idx="1"/>
          </p:nvPr>
        </p:nvSpPr>
        <p:spPr>
          <a:xfrm>
            <a:off x="838200" y="903111"/>
            <a:ext cx="10515600" cy="5273852"/>
          </a:xfrm>
        </p:spPr>
        <p:txBody>
          <a:bodyPr>
            <a:normAutofit fontScale="85000" lnSpcReduction="20000"/>
          </a:bodyPr>
          <a:lstStyle/>
          <a:p>
            <a:r>
              <a:rPr lang="en-US" b="1" dirty="0"/>
              <a:t>ARP Command</a:t>
            </a:r>
          </a:p>
          <a:p>
            <a:r>
              <a:rPr lang="en-US" dirty="0"/>
              <a:t>ARP (Address </a:t>
            </a:r>
            <a:r>
              <a:rPr lang="en-US" dirty="0" smtClean="0"/>
              <a:t>Resolution Protocol) is useful to view/add the contents of the kernel‘s ARP </a:t>
            </a:r>
            <a:r>
              <a:rPr lang="en-US" dirty="0" err="1" smtClean="0"/>
              <a:t>tables.To</a:t>
            </a:r>
            <a:r>
              <a:rPr lang="en-US" dirty="0" smtClean="0"/>
              <a:t> see </a:t>
            </a:r>
            <a:r>
              <a:rPr lang="en-US" dirty="0"/>
              <a:t>default table</a:t>
            </a:r>
          </a:p>
          <a:p>
            <a:r>
              <a:rPr lang="en-US" dirty="0"/>
              <a:t>use the command as. # </a:t>
            </a:r>
            <a:r>
              <a:rPr lang="en-US" dirty="0" err="1"/>
              <a:t>arp</a:t>
            </a:r>
            <a:r>
              <a:rPr lang="en-US" dirty="0"/>
              <a:t> -e</a:t>
            </a:r>
            <a:r>
              <a:rPr lang="en-US" dirty="0" smtClean="0"/>
              <a:t> </a:t>
            </a:r>
          </a:p>
          <a:p>
            <a:r>
              <a:rPr lang="en-US" b="1" dirty="0" smtClean="0"/>
              <a:t>HOSTNAME </a:t>
            </a:r>
            <a:r>
              <a:rPr lang="en-US" b="1" dirty="0"/>
              <a:t>Command</a:t>
            </a:r>
          </a:p>
          <a:p>
            <a:r>
              <a:rPr lang="en-US" dirty="0"/>
              <a:t>hostname is to identify in a network. Execute hostname command to see the hostname of your box. You can set hostname permanently in /</a:t>
            </a:r>
            <a:r>
              <a:rPr lang="en-US" dirty="0" err="1"/>
              <a:t>etc</a:t>
            </a:r>
            <a:r>
              <a:rPr lang="en-US" dirty="0"/>
              <a:t>/</a:t>
            </a:r>
            <a:r>
              <a:rPr lang="en-US" dirty="0" err="1"/>
              <a:t>sysconfig</a:t>
            </a:r>
            <a:r>
              <a:rPr lang="en-US" dirty="0"/>
              <a:t>/network. Need to reboot box once set a proper hostname.</a:t>
            </a:r>
          </a:p>
          <a:p>
            <a:r>
              <a:rPr lang="en-US" dirty="0"/>
              <a:t># hostname</a:t>
            </a:r>
          </a:p>
          <a:p>
            <a:r>
              <a:rPr lang="en-US" dirty="0"/>
              <a:t> </a:t>
            </a:r>
            <a:r>
              <a:rPr lang="en-US" b="1" dirty="0"/>
              <a:t>GUI tool system-</a:t>
            </a:r>
            <a:r>
              <a:rPr lang="en-US" b="1" dirty="0" err="1"/>
              <a:t>config</a:t>
            </a:r>
            <a:r>
              <a:rPr lang="en-US" b="1" dirty="0"/>
              <a:t>-network</a:t>
            </a:r>
          </a:p>
          <a:p>
            <a:r>
              <a:rPr lang="en-US" dirty="0"/>
              <a:t>Type system-</a:t>
            </a:r>
            <a:r>
              <a:rPr lang="en-US" dirty="0" err="1"/>
              <a:t>config</a:t>
            </a:r>
            <a:r>
              <a:rPr lang="en-US" dirty="0"/>
              <a:t>-network in command prompt to configure network setting and you will get nice Graphical User Interface (GUI) which may also use to configure IP Address, Gateway, DNS etc. as shown below image.</a:t>
            </a:r>
          </a:p>
          <a:p>
            <a:r>
              <a:rPr lang="en-US" dirty="0"/>
              <a:t># system-</a:t>
            </a:r>
            <a:r>
              <a:rPr lang="en-US" dirty="0" err="1"/>
              <a:t>config</a:t>
            </a:r>
            <a:r>
              <a:rPr lang="en-US" dirty="0"/>
              <a:t>-network</a:t>
            </a:r>
            <a:r>
              <a:rPr lang="en-US" dirty="0" smtClean="0"/>
              <a:t>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41662675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123</TotalTime>
  <Words>1068</Words>
  <Application>Microsoft Office PowerPoint</Application>
  <PresentationFormat>Widescreen</PresentationFormat>
  <Paragraphs>78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Garamond</vt:lpstr>
      <vt:lpstr>Organic</vt:lpstr>
      <vt:lpstr>Configuring Local services and managing basic system issues</vt:lpstr>
      <vt:lpstr>Configuring Local services: </vt:lpstr>
      <vt:lpstr>Local users </vt:lpstr>
      <vt:lpstr>System clock  </vt:lpstr>
      <vt:lpstr>To configure printer service:  </vt:lpstr>
      <vt:lpstr>Solving Basic System Issues?  </vt:lpstr>
      <vt:lpstr>managing basic system issues: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Configuring Local services and managing basic system issues</dc:title>
  <dc:creator>Windows User</dc:creator>
  <cp:lastModifiedBy>CGS COMPUTERS</cp:lastModifiedBy>
  <cp:revision>6</cp:revision>
  <dcterms:created xsi:type="dcterms:W3CDTF">2024-06-27T09:35:32Z</dcterms:created>
  <dcterms:modified xsi:type="dcterms:W3CDTF">2026-04-08T09:53:19Z</dcterms:modified>
</cp:coreProperties>
</file>
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73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9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125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61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09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213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74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193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72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98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172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873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78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52451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463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578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84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F90A020-FBA8-412F-81A3-7946BC91A27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B3ED632-7735-420C-A6AB-7198AC85C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084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Boot Management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Network and system Administration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839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Boot management in an operating system (OS) is a critical process that starts when a computer is powered on and ends when the OS is fully loaded and operational. </a:t>
            </a:r>
          </a:p>
          <a:p>
            <a:r>
              <a:rPr lang="en-US" dirty="0" smtClean="0"/>
              <a:t>It involves several stages and components working together to initialize the hardware and load the necessary software to get the system up and running.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79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/>
          <a:lstStyle/>
          <a:p>
            <a:r>
              <a:rPr lang="en-US" dirty="0" smtClean="0"/>
              <a:t>Power-On Self-Test (POST)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Initial Hardware Checks: When the computer is powered on, the Basic </a:t>
            </a:r>
            <a:r>
              <a:rPr lang="en-US" dirty="0" err="1" smtClean="0"/>
              <a:t>Input/Output</a:t>
            </a:r>
            <a:r>
              <a:rPr lang="en-US" dirty="0" smtClean="0"/>
              <a:t> System (BIOS) or Unified Extensible Firmware Interface (UEFI) firmware performs a series of tests to check the basic functionality of the system hardware. </a:t>
            </a:r>
          </a:p>
          <a:p>
            <a:r>
              <a:rPr lang="en-US" dirty="0" smtClean="0"/>
              <a:t>This includes checking the CPU, memory (RAM), storage devices, and other peripherals.</a:t>
            </a:r>
          </a:p>
          <a:p>
            <a:r>
              <a:rPr lang="en-US" dirty="0" smtClean="0"/>
              <a:t>Error Reporting: If any hardware issues are detected, the BIOS/UEFI will typically display error messages or beep codes to indicate the problem.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653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/>
          <a:lstStyle/>
          <a:p>
            <a:r>
              <a:rPr lang="en-US" dirty="0" smtClean="0"/>
              <a:t>BIOS/UEFI Initialization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0800"/>
            <a:ext cx="10515600" cy="4856163"/>
          </a:xfrm>
        </p:spPr>
        <p:txBody>
          <a:bodyPr/>
          <a:lstStyle/>
          <a:p>
            <a:r>
              <a:rPr lang="en-US" b="1" dirty="0" smtClean="0"/>
              <a:t>Firmware Settings: </a:t>
            </a:r>
            <a:r>
              <a:rPr lang="en-US" dirty="0" smtClean="0"/>
              <a:t>The BIOS/UEFI contains settings for system hardware and configuration. </a:t>
            </a:r>
          </a:p>
          <a:p>
            <a:r>
              <a:rPr lang="en-US" dirty="0" smtClean="0"/>
              <a:t>Users can access these settings to configure hardware preferences, boot order, security features, etc.</a:t>
            </a:r>
          </a:p>
          <a:p>
            <a:r>
              <a:rPr lang="en-US" b="1" dirty="0" smtClean="0"/>
              <a:t>Boot Order: </a:t>
            </a:r>
            <a:r>
              <a:rPr lang="en-US" dirty="0" smtClean="0"/>
              <a:t>The BIOS/UEFI determines the order in which it will look for bootable devices.</a:t>
            </a:r>
          </a:p>
          <a:p>
            <a:r>
              <a:rPr lang="en-US" dirty="0" smtClean="0"/>
              <a:t> Common devices include hard drives, SSDs, USB drives, and optical drives.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673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Master Boot Record (MBR)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MBR</a:t>
            </a:r>
            <a:r>
              <a:rPr lang="en-US" dirty="0" smtClean="0"/>
              <a:t>: On systems using the older MBR partitioning scheme, the BIOS reads the first sector of the bootable drive, known as the Master Boot Record. </a:t>
            </a:r>
          </a:p>
          <a:p>
            <a:r>
              <a:rPr lang="en-US" dirty="0" smtClean="0"/>
              <a:t>The MBR contains a small program (bootloader) and a partition table.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541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Bootloader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Loading the Bootloader: </a:t>
            </a:r>
          </a:p>
          <a:p>
            <a:r>
              <a:rPr lang="en-US" dirty="0" smtClean="0"/>
              <a:t>The primary bootloader (like GRUB for Linux, Windows Boot Manager for Windows, or LILO for older Linux systems) is loaded from the MBR </a:t>
            </a:r>
          </a:p>
          <a:p>
            <a:r>
              <a:rPr lang="en-US" b="1" dirty="0" smtClean="0"/>
              <a:t>Bootloader Tasks: </a:t>
            </a:r>
            <a:r>
              <a:rPr lang="en-US" dirty="0" smtClean="0"/>
              <a:t>The bootloader is responsible for loading the OS kernel into memory. </a:t>
            </a:r>
          </a:p>
          <a:p>
            <a:r>
              <a:rPr lang="en-US" dirty="0" smtClean="0"/>
              <a:t>It provides a menu for users to select between different operating systems or kernels if multiple OSes are installed.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28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 Kernel Initialization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Loading the Kernel: </a:t>
            </a:r>
          </a:p>
          <a:p>
            <a:r>
              <a:rPr lang="en-US" dirty="0" smtClean="0"/>
              <a:t>The bootloader loads the OS kernel into memory and passes control to it.</a:t>
            </a:r>
          </a:p>
          <a:p>
            <a:r>
              <a:rPr lang="en-US" b="1" dirty="0" smtClean="0"/>
              <a:t>Kernel Tasks: </a:t>
            </a:r>
          </a:p>
          <a:p>
            <a:r>
              <a:rPr lang="en-US" dirty="0" smtClean="0"/>
              <a:t>The kernel initializes the core system components, including memory management, process management, and hardware abstraction layers.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54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Init</a:t>
            </a:r>
            <a:r>
              <a:rPr lang="en-US" dirty="0" smtClean="0"/>
              <a:t> System and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err="1" smtClean="0"/>
              <a:t>Init</a:t>
            </a:r>
            <a:r>
              <a:rPr lang="en-US" b="1" dirty="0" smtClean="0"/>
              <a:t> System: 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init</a:t>
            </a:r>
            <a:r>
              <a:rPr lang="en-US" dirty="0" smtClean="0"/>
              <a:t> system (like </a:t>
            </a:r>
            <a:r>
              <a:rPr lang="en-US" dirty="0" err="1" smtClean="0"/>
              <a:t>systemd</a:t>
            </a:r>
            <a:r>
              <a:rPr lang="en-US" dirty="0" smtClean="0"/>
              <a:t> in modern Linux distributions, Upstart, or </a:t>
            </a:r>
            <a:r>
              <a:rPr lang="en-US" dirty="0" err="1" smtClean="0"/>
              <a:t>SysVinit</a:t>
            </a:r>
            <a:r>
              <a:rPr lang="en-US" dirty="0" smtClean="0"/>
              <a:t>) is responsible for starting system services and managing system states.</a:t>
            </a:r>
          </a:p>
          <a:p>
            <a:r>
              <a:rPr lang="en-US" b="1" dirty="0" smtClean="0"/>
              <a:t>Starting Services: 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init</a:t>
            </a:r>
            <a:r>
              <a:rPr lang="en-US" dirty="0" smtClean="0"/>
              <a:t> system starts various system services and daemons required for the OS to function. </a:t>
            </a:r>
          </a:p>
          <a:p>
            <a:r>
              <a:rPr lang="en-US" dirty="0" smtClean="0"/>
              <a:t>This includes networking, graphical user interfaces, and other background services.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51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Space Initialization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User Login:</a:t>
            </a:r>
          </a:p>
          <a:p>
            <a:r>
              <a:rPr lang="en-US" b="1" dirty="0" smtClean="0"/>
              <a:t> </a:t>
            </a:r>
            <a:r>
              <a:rPr lang="en-US" dirty="0" smtClean="0"/>
              <a:t>Once the system services are up and running, the OS presents a login screen (in graphical mode) or login prompt (in command-line mode) to the user.</a:t>
            </a:r>
          </a:p>
          <a:p>
            <a:r>
              <a:rPr lang="en-US" b="1" dirty="0" smtClean="0"/>
              <a:t>User Environment:</a:t>
            </a:r>
          </a:p>
          <a:p>
            <a:r>
              <a:rPr lang="en-US" b="1" dirty="0" smtClean="0"/>
              <a:t> </a:t>
            </a:r>
            <a:r>
              <a:rPr lang="en-US" dirty="0" smtClean="0"/>
              <a:t>After successful login, the user’s environment (desktop environment, user preferences, etc.) is loaded, and the system is ready for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863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Key Components: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BIOS/UEFI: </a:t>
            </a:r>
            <a:r>
              <a:rPr lang="en-US" dirty="0" smtClean="0"/>
              <a:t>Firmware interface for hardware initialization and boot device selection.</a:t>
            </a:r>
          </a:p>
          <a:p>
            <a:r>
              <a:rPr lang="en-US" b="1" dirty="0" smtClean="0"/>
              <a:t>MBR: </a:t>
            </a:r>
            <a:r>
              <a:rPr lang="en-US" dirty="0" smtClean="0"/>
              <a:t>Partitioning schemes containing bootloader information.</a:t>
            </a:r>
          </a:p>
          <a:p>
            <a:r>
              <a:rPr lang="en-US" b="1" dirty="0" smtClean="0"/>
              <a:t>Bootloader: </a:t>
            </a:r>
            <a:r>
              <a:rPr lang="en-US" dirty="0" smtClean="0"/>
              <a:t>Program that loads the OS </a:t>
            </a:r>
            <a:r>
              <a:rPr lang="en-US" dirty="0" err="1" smtClean="0"/>
              <a:t>kernel.Kernel</a:t>
            </a:r>
            <a:r>
              <a:rPr lang="en-US" dirty="0" smtClean="0"/>
              <a:t>: Core of the OS, responsible for managing hardware and system resources.</a:t>
            </a:r>
          </a:p>
          <a:p>
            <a:r>
              <a:rPr lang="en-US" b="1" dirty="0" err="1" smtClean="0"/>
              <a:t>Init</a:t>
            </a:r>
            <a:r>
              <a:rPr lang="en-US" b="1" dirty="0" smtClean="0"/>
              <a:t> System: </a:t>
            </a:r>
            <a:r>
              <a:rPr lang="en-US" dirty="0" smtClean="0"/>
              <a:t>Manages the starting and stopping of system services and system states.</a:t>
            </a:r>
          </a:p>
          <a:p>
            <a:r>
              <a:rPr lang="en-US" b="1" dirty="0" smtClean="0"/>
              <a:t>User Environment: </a:t>
            </a:r>
            <a:r>
              <a:rPr lang="en-US" dirty="0" smtClean="0"/>
              <a:t>Provides the user interface and personal settings for user interaction.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114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Advanced Boot Management Features: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Dual Booting: </a:t>
            </a:r>
            <a:r>
              <a:rPr lang="en-US" dirty="0" smtClean="0"/>
              <a:t>Allows multiple operating systems to be installed on a single machine. The bootloader provides an option to choose which OS to boot.</a:t>
            </a:r>
          </a:p>
          <a:p>
            <a:r>
              <a:rPr lang="en-US" b="1" dirty="0" smtClean="0"/>
              <a:t>Recovery and Rescue Modes</a:t>
            </a:r>
            <a:r>
              <a:rPr lang="en-US" dirty="0" smtClean="0"/>
              <a:t>: Special boot modes that help recover from system failures or perform system maintenance tasks.</a:t>
            </a:r>
          </a:p>
          <a:p>
            <a:r>
              <a:rPr lang="en-US" b="1" dirty="0" smtClean="0"/>
              <a:t>Secure Boot: </a:t>
            </a:r>
            <a:r>
              <a:rPr lang="en-US" dirty="0" smtClean="0"/>
              <a:t>A UEFI feature that ensures only signed and trusted bootloaders and kernels are loaded, enhancing system security.</a:t>
            </a:r>
          </a:p>
          <a:p>
            <a:r>
              <a:rPr lang="en-US" b="1" dirty="0" smtClean="0"/>
              <a:t>Boot Parameters: </a:t>
            </a:r>
            <a:r>
              <a:rPr lang="en-US" dirty="0" smtClean="0"/>
              <a:t>Users can pass parameters to the kernel at boot time to modify its behavior (e.g., troubleshooting, hardware configuration).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3940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689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Garamond</vt:lpstr>
      <vt:lpstr>Organic</vt:lpstr>
      <vt:lpstr>Boot Management</vt:lpstr>
      <vt:lpstr>PowerPoint Presentation</vt:lpstr>
      <vt:lpstr>Power-On Self-Test (POST)</vt:lpstr>
      <vt:lpstr>BIOS/UEFI Initialization</vt:lpstr>
      <vt:lpstr>Master Boot Record (MBR) </vt:lpstr>
      <vt:lpstr>Bootloader</vt:lpstr>
      <vt:lpstr>OS Kernel Initialization</vt:lpstr>
      <vt:lpstr>Init System and Services</vt:lpstr>
      <vt:lpstr>User Space Initialization</vt:lpstr>
      <vt:lpstr>Summary of Key Components:</vt:lpstr>
      <vt:lpstr>Advanced Boot Management Features: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 Management</dc:title>
  <dc:creator>CGS COMPUTERS</dc:creator>
  <cp:lastModifiedBy>CGS COMPUTERS</cp:lastModifiedBy>
  <cp:revision>3</cp:revision>
  <dcterms:created xsi:type="dcterms:W3CDTF">2024-08-09T03:48:09Z</dcterms:created>
  <dcterms:modified xsi:type="dcterms:W3CDTF">2026-06-03T08:47:04Z</dcterms:modified>
</cp:coreProperties>
</file>
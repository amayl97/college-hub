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5" r:id="rId26"/>
    <p:sldId id="279" r:id="rId27"/>
    <p:sldId id="280" r:id="rId28"/>
    <p:sldId id="281" r:id="rId29"/>
    <p:sldId id="282" r:id="rId30"/>
    <p:sldId id="283" r:id="rId31"/>
    <p:sldId id="284"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5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CE69EC-4E14-435A-AC1A-5CA05AA995DC}"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1075201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CE69EC-4E14-435A-AC1A-5CA05AA995DC}"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1916753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CE69EC-4E14-435A-AC1A-5CA05AA995DC}"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4178398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CE69EC-4E14-435A-AC1A-5CA05AA995DC}" type="datetimeFigureOut">
              <a:rPr lang="en-US" smtClean="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3894120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CE69EC-4E14-435A-AC1A-5CA05AA995DC}" type="datetimeFigureOut">
              <a:rPr lang="en-US" smtClean="0"/>
              <a:t>6/20/2024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1226605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CE69EC-4E14-435A-AC1A-5CA05AA995DC}" type="datetimeFigureOut">
              <a:rPr lang="en-US" smtClean="0"/>
              <a:t>6/20/2024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1692843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CE69EC-4E14-435A-AC1A-5CA05AA995DC}" type="datetimeFigureOut">
              <a:rPr lang="en-US" smtClean="0"/>
              <a:t>6/20/2024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3269834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CE69EC-4E14-435A-AC1A-5CA05AA995DC}" type="datetimeFigureOut">
              <a:rPr lang="en-US" smtClean="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2598656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CE69EC-4E14-435A-AC1A-5CA05AA995DC}" type="datetimeFigureOut">
              <a:rPr lang="en-US" smtClean="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2267346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CE69EC-4E14-435A-AC1A-5CA05AA995DC}"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3825014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CE69EC-4E14-435A-AC1A-5CA05AA995DC}"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31B5B6-567A-4E6C-A05C-F66FBA0C2AF9}" type="slidenum">
              <a:rPr lang="en-US" smtClean="0"/>
              <a:t>‹#›</a:t>
            </a:fld>
            <a:endParaRPr lang="en-US"/>
          </a:p>
        </p:txBody>
      </p:sp>
    </p:spTree>
    <p:extLst>
      <p:ext uri="{BB962C8B-B14F-4D97-AF65-F5344CB8AC3E}">
        <p14:creationId xmlns:p14="http://schemas.microsoft.com/office/powerpoint/2010/main" val="668687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CE69EC-4E14-435A-AC1A-5CA05AA995DC}" type="datetimeFigureOut">
              <a:rPr lang="en-US" smtClean="0"/>
              <a:t>6/20/2024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31B5B6-567A-4E6C-A05C-F66FBA0C2AF9}" type="slidenum">
              <a:rPr lang="en-US" smtClean="0"/>
              <a:t>‹#›</a:t>
            </a:fld>
            <a:endParaRPr lang="en-US"/>
          </a:p>
        </p:txBody>
      </p:sp>
    </p:spTree>
    <p:extLst>
      <p:ext uri="{BB962C8B-B14F-4D97-AF65-F5344CB8AC3E}">
        <p14:creationId xmlns:p14="http://schemas.microsoft.com/office/powerpoint/2010/main" val="3835338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chemeClr val="accent2">
                    <a:lumMod val="75000"/>
                  </a:schemeClr>
                </a:solidFill>
              </a:rPr>
              <a:t>1.1 Installation of </a:t>
            </a:r>
            <a:r>
              <a:rPr lang="en-US" b="1" dirty="0" err="1" smtClean="0">
                <a:solidFill>
                  <a:schemeClr val="accent2">
                    <a:lumMod val="75000"/>
                  </a:schemeClr>
                </a:solidFill>
              </a:rPr>
              <a:t>Redhat</a:t>
            </a:r>
            <a:r>
              <a:rPr lang="en-US" b="1" dirty="0" smtClean="0">
                <a:solidFill>
                  <a:schemeClr val="accent2">
                    <a:lumMod val="75000"/>
                  </a:schemeClr>
                </a:solidFill>
              </a:rPr>
              <a:t> Linux</a:t>
            </a:r>
            <a:endParaRPr lang="en-US" b="1" dirty="0">
              <a:solidFill>
                <a:schemeClr val="accent2">
                  <a:lumMod val="75000"/>
                </a:schemeClr>
              </a:solidFill>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80020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Installation </a:t>
            </a:r>
            <a:r>
              <a:rPr lang="en-US" dirty="0" smtClean="0"/>
              <a:t>methods</a:t>
            </a:r>
            <a:endParaRPr lang="en-US" dirty="0"/>
          </a:p>
        </p:txBody>
      </p:sp>
      <p:sp>
        <p:nvSpPr>
          <p:cNvPr id="3" name="Content Placeholder 2"/>
          <p:cNvSpPr>
            <a:spLocks noGrp="1"/>
          </p:cNvSpPr>
          <p:nvPr>
            <p:ph idx="1"/>
          </p:nvPr>
        </p:nvSpPr>
        <p:spPr/>
        <p:txBody>
          <a:bodyPr>
            <a:normAutofit/>
          </a:bodyPr>
          <a:lstStyle/>
          <a:p>
            <a:r>
              <a:rPr lang="en-US" dirty="0"/>
              <a:t>Red Hat provides several installation media that you can download from the Customer </a:t>
            </a:r>
            <a:r>
              <a:rPr lang="en-US" dirty="0" smtClean="0"/>
              <a:t>Portal website </a:t>
            </a:r>
            <a:r>
              <a:rPr lang="en-US" dirty="0"/>
              <a:t>using your active subscription.</a:t>
            </a:r>
          </a:p>
          <a:p>
            <a:pPr lvl="1"/>
            <a:r>
              <a:rPr lang="en-US" dirty="0" smtClean="0"/>
              <a:t>A </a:t>
            </a:r>
            <a:r>
              <a:rPr lang="en-US" dirty="0"/>
              <a:t>binary DVD containing </a:t>
            </a:r>
            <a:r>
              <a:rPr lang="en-US" i="1" dirty="0"/>
              <a:t>Anaconda</a:t>
            </a:r>
            <a:r>
              <a:rPr lang="en-US" dirty="0"/>
              <a:t>, the Red Hat Enterprise Linux installation program, and </a:t>
            </a:r>
            <a:r>
              <a:rPr lang="en-US" dirty="0" smtClean="0"/>
              <a:t>the </a:t>
            </a:r>
            <a:r>
              <a:rPr lang="en-US" dirty="0" err="1" smtClean="0"/>
              <a:t>BaseOS</a:t>
            </a:r>
            <a:r>
              <a:rPr lang="en-US" dirty="0" smtClean="0"/>
              <a:t> </a:t>
            </a:r>
            <a:r>
              <a:rPr lang="en-US" dirty="0"/>
              <a:t>and </a:t>
            </a:r>
            <a:r>
              <a:rPr lang="en-US" dirty="0" err="1"/>
              <a:t>AppStream</a:t>
            </a:r>
            <a:r>
              <a:rPr lang="en-US" dirty="0"/>
              <a:t> package repositories. These repositories contain the packages </a:t>
            </a:r>
            <a:r>
              <a:rPr lang="en-US" dirty="0" smtClean="0"/>
              <a:t>needed to </a:t>
            </a:r>
            <a:r>
              <a:rPr lang="en-US" dirty="0"/>
              <a:t>complete the installation without additional material</a:t>
            </a:r>
            <a:r>
              <a:rPr lang="en-US" dirty="0" smtClean="0"/>
              <a:t>.</a:t>
            </a:r>
          </a:p>
          <a:p>
            <a:pPr lvl="1"/>
            <a:r>
              <a:rPr lang="en-US" dirty="0" smtClean="0"/>
              <a:t>A </a:t>
            </a:r>
            <a:r>
              <a:rPr lang="en-US" dirty="0"/>
              <a:t>boot ISO containing Anaconda, but requires a configured network to access </a:t>
            </a:r>
            <a:r>
              <a:rPr lang="en-US" dirty="0" smtClean="0"/>
              <a:t>package repositories </a:t>
            </a:r>
            <a:r>
              <a:rPr lang="en-US" dirty="0"/>
              <a:t>made available using HTTP, FTP, or NFS.</a:t>
            </a:r>
          </a:p>
          <a:p>
            <a:pPr lvl="1"/>
            <a:r>
              <a:rPr lang="en-US" dirty="0" smtClean="0"/>
              <a:t>A </a:t>
            </a:r>
            <a:r>
              <a:rPr lang="en-US" dirty="0"/>
              <a:t>QCOW2 image containing a prebuilt system disk ready to deploy as a virtual machine in </a:t>
            </a:r>
            <a:r>
              <a:rPr lang="en-US" dirty="0" smtClean="0"/>
              <a:t>cloud or </a:t>
            </a:r>
            <a:r>
              <a:rPr lang="en-US" dirty="0"/>
              <a:t>enterprise virtual environments. </a:t>
            </a:r>
            <a:r>
              <a:rPr lang="en-US" i="1" dirty="0"/>
              <a:t>QCOW2 (QEMU Copy On Write) </a:t>
            </a:r>
            <a:r>
              <a:rPr lang="en-US" dirty="0"/>
              <a:t>is the standard </a:t>
            </a:r>
            <a:r>
              <a:rPr lang="en-US" dirty="0" smtClean="0"/>
              <a:t>image format </a:t>
            </a:r>
            <a:r>
              <a:rPr lang="en-US" dirty="0"/>
              <a:t>used by Red Hat.</a:t>
            </a:r>
          </a:p>
        </p:txBody>
      </p:sp>
    </p:spTree>
    <p:extLst>
      <p:ext uri="{BB962C8B-B14F-4D97-AF65-F5344CB8AC3E}">
        <p14:creationId xmlns:p14="http://schemas.microsoft.com/office/powerpoint/2010/main" val="355346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Setup Requirement</a:t>
            </a:r>
            <a:endParaRPr lang="en-US" dirty="0"/>
          </a:p>
        </p:txBody>
      </p:sp>
      <p:sp>
        <p:nvSpPr>
          <p:cNvPr id="3" name="Content Placeholder 2"/>
          <p:cNvSpPr>
            <a:spLocks noGrp="1"/>
          </p:cNvSpPr>
          <p:nvPr>
            <p:ph idx="1"/>
          </p:nvPr>
        </p:nvSpPr>
        <p:spPr/>
        <p:txBody>
          <a:bodyPr/>
          <a:lstStyle/>
          <a:p>
            <a:r>
              <a:rPr lang="en-US" dirty="0"/>
              <a:t>RHEL 8 can be installed on physical hardware and on virtual hardware. For the availability of specific features, it does not really matter which type of hardware is used, as long as the following conditions are </a:t>
            </a:r>
            <a:r>
              <a:rPr lang="en-US" dirty="0" smtClean="0"/>
              <a:t>met</a:t>
            </a:r>
          </a:p>
          <a:p>
            <a:endParaRPr lang="en-US" dirty="0"/>
          </a:p>
          <a:p>
            <a:pPr lvl="1"/>
            <a:r>
              <a:rPr lang="en-US" dirty="0" smtClean="0"/>
              <a:t>1GIB RAM</a:t>
            </a:r>
          </a:p>
          <a:p>
            <a:pPr lvl="1"/>
            <a:r>
              <a:rPr lang="en-US" dirty="0" smtClean="0"/>
              <a:t>10GIB hard disk</a:t>
            </a:r>
          </a:p>
          <a:p>
            <a:pPr lvl="1"/>
            <a:r>
              <a:rPr lang="en-US" dirty="0"/>
              <a:t>A network card</a:t>
            </a:r>
          </a:p>
          <a:p>
            <a:pPr lvl="1"/>
            <a:endParaRPr lang="en-US" dirty="0" smtClean="0"/>
          </a:p>
          <a:p>
            <a:pPr lvl="1"/>
            <a:endParaRPr lang="en-US" dirty="0"/>
          </a:p>
        </p:txBody>
      </p:sp>
    </p:spTree>
    <p:extLst>
      <p:ext uri="{BB962C8B-B14F-4D97-AF65-F5344CB8AC3E}">
        <p14:creationId xmlns:p14="http://schemas.microsoft.com/office/powerpoint/2010/main" val="8229653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preceding requirements allow you to run a minimal installation of RHEL, but if you want to create an environment that enables you to perform all exercises described in this book, make sure to meet the following minimal requirements:</a:t>
            </a:r>
          </a:p>
          <a:p>
            <a:endParaRPr lang="en-US" dirty="0"/>
          </a:p>
        </p:txBody>
      </p:sp>
    </p:spTree>
    <p:extLst>
      <p:ext uri="{BB962C8B-B14F-4D97-AF65-F5344CB8AC3E}">
        <p14:creationId xmlns:p14="http://schemas.microsoft.com/office/powerpoint/2010/main" val="31780748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Setup input requirements </a:t>
            </a:r>
            <a:endParaRPr lang="en-US" dirty="0"/>
          </a:p>
        </p:txBody>
      </p:sp>
      <p:sp>
        <p:nvSpPr>
          <p:cNvPr id="3" name="Content Placeholder 2"/>
          <p:cNvSpPr>
            <a:spLocks noGrp="1"/>
          </p:cNvSpPr>
          <p:nvPr>
            <p:ph idx="1"/>
          </p:nvPr>
        </p:nvSpPr>
        <p:spPr/>
        <p:txBody>
          <a:bodyPr/>
          <a:lstStyle/>
          <a:p>
            <a:r>
              <a:rPr lang="en-US" dirty="0"/>
              <a:t>CPU: 1 socket, 2 cores</a:t>
            </a:r>
          </a:p>
          <a:p>
            <a:r>
              <a:rPr lang="en-US" dirty="0"/>
              <a:t>RAM: </a:t>
            </a:r>
            <a:r>
              <a:rPr lang="en-US" dirty="0" smtClean="0"/>
              <a:t>2GB</a:t>
            </a:r>
          </a:p>
          <a:p>
            <a:r>
              <a:rPr lang="en-US" dirty="0"/>
              <a:t>Disk size:20GB</a:t>
            </a:r>
          </a:p>
          <a:p>
            <a:r>
              <a:rPr lang="en-US" dirty="0" smtClean="0"/>
              <a:t>Hostname: workstation</a:t>
            </a:r>
          </a:p>
          <a:p>
            <a:r>
              <a:rPr lang="en-US" dirty="0" smtClean="0"/>
              <a:t>IP: 192.168.0.128</a:t>
            </a:r>
          </a:p>
          <a:p>
            <a:r>
              <a:rPr lang="en-US" dirty="0" smtClean="0"/>
              <a:t>Netmask:255.255.255.0</a:t>
            </a:r>
          </a:p>
          <a:p>
            <a:r>
              <a:rPr lang="en-US" dirty="0" err="1" smtClean="0"/>
              <a:t>Redhat</a:t>
            </a:r>
            <a:r>
              <a:rPr lang="en-US" dirty="0" smtClean="0"/>
              <a:t> 8.4 DVD </a:t>
            </a:r>
            <a:r>
              <a:rPr lang="en-US" dirty="0" err="1" smtClean="0"/>
              <a:t>iso</a:t>
            </a:r>
            <a:endParaRPr lang="en-US" dirty="0" smtClean="0"/>
          </a:p>
        </p:txBody>
      </p:sp>
    </p:spTree>
    <p:extLst>
      <p:ext uri="{BB962C8B-B14F-4D97-AF65-F5344CB8AC3E}">
        <p14:creationId xmlns:p14="http://schemas.microsoft.com/office/powerpoint/2010/main" val="3237477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 Hypervisor</a:t>
            </a:r>
            <a:endParaRPr lang="en-US" dirty="0"/>
          </a:p>
        </p:txBody>
      </p:sp>
      <p:sp>
        <p:nvSpPr>
          <p:cNvPr id="3" name="Content Placeholder 2"/>
          <p:cNvSpPr>
            <a:spLocks noGrp="1"/>
          </p:cNvSpPr>
          <p:nvPr>
            <p:ph idx="1"/>
          </p:nvPr>
        </p:nvSpPr>
        <p:spPr/>
        <p:txBody>
          <a:bodyPr/>
          <a:lstStyle/>
          <a:p>
            <a:r>
              <a:rPr lang="en-US" dirty="0" smtClean="0"/>
              <a:t>Two options</a:t>
            </a:r>
          </a:p>
          <a:p>
            <a:pPr lvl="1"/>
            <a:r>
              <a:rPr lang="en-US" dirty="0" err="1" smtClean="0"/>
              <a:t>Vmware</a:t>
            </a:r>
            <a:r>
              <a:rPr lang="en-US" dirty="0" smtClean="0"/>
              <a:t> workstation  or</a:t>
            </a:r>
          </a:p>
          <a:p>
            <a:pPr lvl="1"/>
            <a:r>
              <a:rPr lang="en-US" dirty="0" smtClean="0"/>
              <a:t>Virtual box</a:t>
            </a:r>
          </a:p>
          <a:p>
            <a:endParaRPr lang="en-US" dirty="0"/>
          </a:p>
          <a:p>
            <a:r>
              <a:rPr lang="en-US" dirty="0" smtClean="0"/>
              <a:t>For this LAB we choose </a:t>
            </a:r>
            <a:r>
              <a:rPr lang="en-US" dirty="0" err="1" smtClean="0"/>
              <a:t>vmware</a:t>
            </a:r>
            <a:r>
              <a:rPr lang="en-US" dirty="0" smtClean="0"/>
              <a:t> workstation 16</a:t>
            </a:r>
          </a:p>
          <a:p>
            <a:pPr lvl="1"/>
            <a:r>
              <a:rPr lang="en-US" dirty="0" smtClean="0"/>
              <a:t>Open </a:t>
            </a:r>
            <a:r>
              <a:rPr lang="en-US" dirty="0" err="1" smtClean="0"/>
              <a:t>vmware</a:t>
            </a:r>
            <a:r>
              <a:rPr lang="en-US" dirty="0" smtClean="0"/>
              <a:t> workstation</a:t>
            </a:r>
            <a:endParaRPr lang="en-US" dirty="0"/>
          </a:p>
        </p:txBody>
      </p:sp>
    </p:spTree>
    <p:extLst>
      <p:ext uri="{BB962C8B-B14F-4D97-AF65-F5344CB8AC3E}">
        <p14:creationId xmlns:p14="http://schemas.microsoft.com/office/powerpoint/2010/main" val="29941827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Setup virtual network</a:t>
            </a:r>
            <a:endParaRPr lang="en-US" dirty="0"/>
          </a:p>
        </p:txBody>
      </p:sp>
      <p:sp>
        <p:nvSpPr>
          <p:cNvPr id="3" name="Content Placeholder 2"/>
          <p:cNvSpPr>
            <a:spLocks noGrp="1"/>
          </p:cNvSpPr>
          <p:nvPr>
            <p:ph idx="1"/>
          </p:nvPr>
        </p:nvSpPr>
        <p:spPr/>
        <p:txBody>
          <a:bodyPr/>
          <a:lstStyle/>
          <a:p>
            <a:r>
              <a:rPr lang="en-US" dirty="0" smtClean="0"/>
              <a:t>Click Edit-&gt;Virtual Network Editor</a:t>
            </a:r>
          </a:p>
          <a:p>
            <a:r>
              <a:rPr lang="en-US" dirty="0" smtClean="0"/>
              <a:t>Click Add Network</a:t>
            </a:r>
          </a:p>
          <a:p>
            <a:r>
              <a:rPr lang="en-US" dirty="0" smtClean="0"/>
              <a:t>Select network to add</a:t>
            </a:r>
          </a:p>
          <a:p>
            <a:pPr lvl="1"/>
            <a:r>
              <a:rPr lang="en-US" dirty="0" smtClean="0"/>
              <a:t>Vmnet5 or other free</a:t>
            </a:r>
          </a:p>
          <a:p>
            <a:pPr lvl="1"/>
            <a:r>
              <a:rPr lang="en-US" dirty="0" smtClean="0"/>
              <a:t>Click OK</a:t>
            </a:r>
          </a:p>
          <a:p>
            <a:pPr lvl="1"/>
            <a:endParaRPr lang="en-US" dirty="0"/>
          </a:p>
        </p:txBody>
      </p:sp>
      <p:pic>
        <p:nvPicPr>
          <p:cNvPr id="4" name="Picture 3"/>
          <p:cNvPicPr>
            <a:picLocks noChangeAspect="1"/>
          </p:cNvPicPr>
          <p:nvPr/>
        </p:nvPicPr>
        <p:blipFill>
          <a:blip r:embed="rId2"/>
          <a:stretch>
            <a:fillRect/>
          </a:stretch>
        </p:blipFill>
        <p:spPr>
          <a:xfrm>
            <a:off x="6204308" y="1690688"/>
            <a:ext cx="5800725" cy="5133975"/>
          </a:xfrm>
          <a:prstGeom prst="rect">
            <a:avLst/>
          </a:prstGeom>
        </p:spPr>
      </p:pic>
    </p:spTree>
    <p:extLst>
      <p:ext uri="{BB962C8B-B14F-4D97-AF65-F5344CB8AC3E}">
        <p14:creationId xmlns:p14="http://schemas.microsoft.com/office/powerpoint/2010/main" val="16049176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4786534" cy="4351338"/>
          </a:xfrm>
        </p:spPr>
        <p:txBody>
          <a:bodyPr/>
          <a:lstStyle/>
          <a:p>
            <a:r>
              <a:rPr lang="en-US" dirty="0" smtClean="0"/>
              <a:t>Change subnet to 192.168.0.0 </a:t>
            </a:r>
          </a:p>
          <a:p>
            <a:r>
              <a:rPr lang="en-US" dirty="0" smtClean="0"/>
              <a:t>and click apply</a:t>
            </a:r>
          </a:p>
          <a:p>
            <a:r>
              <a:rPr lang="en-US" dirty="0" smtClean="0"/>
              <a:t>And click </a:t>
            </a:r>
            <a:r>
              <a:rPr lang="en-US" dirty="0" err="1" smtClean="0"/>
              <a:t>oK</a:t>
            </a:r>
            <a:endParaRPr lang="en-US" dirty="0" smtClean="0"/>
          </a:p>
          <a:p>
            <a:endParaRPr lang="en-US" dirty="0"/>
          </a:p>
        </p:txBody>
      </p:sp>
      <p:pic>
        <p:nvPicPr>
          <p:cNvPr id="4" name="Picture 3"/>
          <p:cNvPicPr>
            <a:picLocks noChangeAspect="1"/>
          </p:cNvPicPr>
          <p:nvPr/>
        </p:nvPicPr>
        <p:blipFill rotWithShape="1">
          <a:blip r:embed="rId2"/>
          <a:srcRect r="37303" b="25376"/>
          <a:stretch/>
        </p:blipFill>
        <p:spPr>
          <a:xfrm>
            <a:off x="5967634" y="1226164"/>
            <a:ext cx="5729066" cy="5117690"/>
          </a:xfrm>
          <a:prstGeom prst="rect">
            <a:avLst/>
          </a:prstGeom>
        </p:spPr>
      </p:pic>
    </p:spTree>
    <p:extLst>
      <p:ext uri="{BB962C8B-B14F-4D97-AF65-F5344CB8AC3E}">
        <p14:creationId xmlns:p14="http://schemas.microsoft.com/office/powerpoint/2010/main" val="13836533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New virtual Machine</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63304" y="1825625"/>
            <a:ext cx="5276850" cy="4581525"/>
          </a:xfrm>
          <a:prstGeom prst="rect">
            <a:avLst/>
          </a:prstGeom>
        </p:spPr>
      </p:pic>
    </p:spTree>
    <p:extLst>
      <p:ext uri="{BB962C8B-B14F-4D97-AF65-F5344CB8AC3E}">
        <p14:creationId xmlns:p14="http://schemas.microsoft.com/office/powerpoint/2010/main" val="34358081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custom</a:t>
            </a:r>
            <a:endParaRPr lang="en-US" dirty="0"/>
          </a:p>
        </p:txBody>
      </p:sp>
      <p:pic>
        <p:nvPicPr>
          <p:cNvPr id="4" name="Picture 3"/>
          <p:cNvPicPr>
            <a:picLocks noChangeAspect="1"/>
          </p:cNvPicPr>
          <p:nvPr/>
        </p:nvPicPr>
        <p:blipFill>
          <a:blip r:embed="rId2"/>
          <a:stretch>
            <a:fillRect/>
          </a:stretch>
        </p:blipFill>
        <p:spPr>
          <a:xfrm>
            <a:off x="4580910" y="1924843"/>
            <a:ext cx="6772890" cy="4800809"/>
          </a:xfrm>
          <a:prstGeom prst="rect">
            <a:avLst/>
          </a:prstGeom>
        </p:spPr>
      </p:pic>
    </p:spTree>
    <p:extLst>
      <p:ext uri="{BB962C8B-B14F-4D97-AF65-F5344CB8AC3E}">
        <p14:creationId xmlns:p14="http://schemas.microsoft.com/office/powerpoint/2010/main" val="15629540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next</a:t>
            </a:r>
          </a:p>
          <a:p>
            <a:endParaRPr lang="en-US" dirty="0"/>
          </a:p>
        </p:txBody>
      </p:sp>
      <p:pic>
        <p:nvPicPr>
          <p:cNvPr id="4" name="Picture 3"/>
          <p:cNvPicPr>
            <a:picLocks noChangeAspect="1"/>
          </p:cNvPicPr>
          <p:nvPr/>
        </p:nvPicPr>
        <p:blipFill>
          <a:blip r:embed="rId2"/>
          <a:stretch>
            <a:fillRect/>
          </a:stretch>
        </p:blipFill>
        <p:spPr>
          <a:xfrm>
            <a:off x="4595658" y="601579"/>
            <a:ext cx="6665899" cy="5575384"/>
          </a:xfrm>
          <a:prstGeom prst="rect">
            <a:avLst/>
          </a:prstGeom>
        </p:spPr>
      </p:pic>
    </p:spTree>
    <p:extLst>
      <p:ext uri="{BB962C8B-B14F-4D97-AF65-F5344CB8AC3E}">
        <p14:creationId xmlns:p14="http://schemas.microsoft.com/office/powerpoint/2010/main" val="3640214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I will install later</a:t>
            </a:r>
          </a:p>
          <a:p>
            <a:r>
              <a:rPr lang="en-US" dirty="0" smtClean="0"/>
              <a:t>And click next</a:t>
            </a:r>
          </a:p>
          <a:p>
            <a:endParaRPr lang="en-US" dirty="0"/>
          </a:p>
        </p:txBody>
      </p:sp>
      <p:pic>
        <p:nvPicPr>
          <p:cNvPr id="5" name="Picture 4"/>
          <p:cNvPicPr>
            <a:picLocks noChangeAspect="1"/>
          </p:cNvPicPr>
          <p:nvPr/>
        </p:nvPicPr>
        <p:blipFill>
          <a:blip r:embed="rId2"/>
          <a:stretch>
            <a:fillRect/>
          </a:stretch>
        </p:blipFill>
        <p:spPr>
          <a:xfrm>
            <a:off x="4692316" y="950496"/>
            <a:ext cx="6460957" cy="5226468"/>
          </a:xfrm>
          <a:prstGeom prst="rect">
            <a:avLst/>
          </a:prstGeom>
        </p:spPr>
      </p:pic>
    </p:spTree>
    <p:extLst>
      <p:ext uri="{BB962C8B-B14F-4D97-AF65-F5344CB8AC3E}">
        <p14:creationId xmlns:p14="http://schemas.microsoft.com/office/powerpoint/2010/main" val="10160145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a:t>
            </a:r>
            <a:r>
              <a:rPr lang="en-US" dirty="0" err="1" smtClean="0"/>
              <a:t>linux</a:t>
            </a:r>
            <a:r>
              <a:rPr lang="en-US" dirty="0" smtClean="0"/>
              <a:t> version</a:t>
            </a:r>
          </a:p>
          <a:p>
            <a:endParaRPr lang="en-US" dirty="0"/>
          </a:p>
        </p:txBody>
      </p:sp>
      <p:pic>
        <p:nvPicPr>
          <p:cNvPr id="4" name="Picture 3"/>
          <p:cNvPicPr>
            <a:picLocks noChangeAspect="1"/>
          </p:cNvPicPr>
          <p:nvPr/>
        </p:nvPicPr>
        <p:blipFill>
          <a:blip r:embed="rId2"/>
          <a:stretch>
            <a:fillRect/>
          </a:stretch>
        </p:blipFill>
        <p:spPr>
          <a:xfrm>
            <a:off x="4006516" y="697833"/>
            <a:ext cx="6480509" cy="5614068"/>
          </a:xfrm>
          <a:prstGeom prst="rect">
            <a:avLst/>
          </a:prstGeom>
        </p:spPr>
      </p:pic>
    </p:spTree>
    <p:extLst>
      <p:ext uri="{BB962C8B-B14F-4D97-AF65-F5344CB8AC3E}">
        <p14:creationId xmlns:p14="http://schemas.microsoft.com/office/powerpoint/2010/main" val="28300481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Give virtual machine name</a:t>
            </a:r>
          </a:p>
          <a:p>
            <a:pPr lvl="1"/>
            <a:r>
              <a:rPr lang="en-US" dirty="0" err="1" smtClean="0"/>
              <a:t>wrkstation</a:t>
            </a:r>
            <a:endParaRPr lang="en-US" dirty="0"/>
          </a:p>
        </p:txBody>
      </p:sp>
      <p:pic>
        <p:nvPicPr>
          <p:cNvPr id="4" name="Picture 3"/>
          <p:cNvPicPr>
            <a:picLocks noChangeAspect="1"/>
          </p:cNvPicPr>
          <p:nvPr/>
        </p:nvPicPr>
        <p:blipFill>
          <a:blip r:embed="rId2"/>
          <a:stretch>
            <a:fillRect/>
          </a:stretch>
        </p:blipFill>
        <p:spPr>
          <a:xfrm>
            <a:off x="5281863" y="782053"/>
            <a:ext cx="6172199" cy="5394910"/>
          </a:xfrm>
          <a:prstGeom prst="rect">
            <a:avLst/>
          </a:prstGeom>
        </p:spPr>
      </p:pic>
    </p:spTree>
    <p:extLst>
      <p:ext uri="{BB962C8B-B14F-4D97-AF65-F5344CB8AC3E}">
        <p14:creationId xmlns:p14="http://schemas.microsoft.com/office/powerpoint/2010/main" val="21328130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Give</a:t>
            </a:r>
          </a:p>
          <a:p>
            <a:r>
              <a:rPr lang="en-US" dirty="0" smtClean="0"/>
              <a:t>Number of processor:- 1</a:t>
            </a:r>
          </a:p>
          <a:p>
            <a:r>
              <a:rPr lang="en-US" dirty="0" smtClean="0"/>
              <a:t>Number f core per processor:- 2</a:t>
            </a:r>
            <a:endParaRPr lang="en-US" dirty="0"/>
          </a:p>
        </p:txBody>
      </p:sp>
      <p:pic>
        <p:nvPicPr>
          <p:cNvPr id="4" name="Picture 3"/>
          <p:cNvPicPr>
            <a:picLocks noChangeAspect="1"/>
          </p:cNvPicPr>
          <p:nvPr/>
        </p:nvPicPr>
        <p:blipFill>
          <a:blip r:embed="rId2"/>
          <a:stretch>
            <a:fillRect/>
          </a:stretch>
        </p:blipFill>
        <p:spPr>
          <a:xfrm>
            <a:off x="5955632" y="1924844"/>
            <a:ext cx="5652271" cy="4152900"/>
          </a:xfrm>
          <a:prstGeom prst="rect">
            <a:avLst/>
          </a:prstGeom>
        </p:spPr>
      </p:pic>
    </p:spTree>
    <p:extLst>
      <p:ext uri="{BB962C8B-B14F-4D97-AF65-F5344CB8AC3E}">
        <p14:creationId xmlns:p14="http://schemas.microsoft.com/office/powerpoint/2010/main" val="24440174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RAM: 2GIB (2048MB)</a:t>
            </a:r>
            <a:endParaRPr lang="en-US" dirty="0"/>
          </a:p>
        </p:txBody>
      </p:sp>
      <p:pic>
        <p:nvPicPr>
          <p:cNvPr id="4" name="Picture 3"/>
          <p:cNvPicPr>
            <a:picLocks noChangeAspect="1"/>
          </p:cNvPicPr>
          <p:nvPr/>
        </p:nvPicPr>
        <p:blipFill>
          <a:blip r:embed="rId2"/>
          <a:stretch>
            <a:fillRect/>
          </a:stretch>
        </p:blipFill>
        <p:spPr>
          <a:xfrm>
            <a:off x="4223084" y="469232"/>
            <a:ext cx="6588405" cy="5707731"/>
          </a:xfrm>
          <a:prstGeom prst="rect">
            <a:avLst/>
          </a:prstGeom>
        </p:spPr>
      </p:pic>
    </p:spTree>
    <p:extLst>
      <p:ext uri="{BB962C8B-B14F-4D97-AF65-F5344CB8AC3E}">
        <p14:creationId xmlns:p14="http://schemas.microsoft.com/office/powerpoint/2010/main" val="20370181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a:t>
            </a:r>
          </a:p>
          <a:p>
            <a:pPr lvl="1"/>
            <a:r>
              <a:rPr lang="en-US" dirty="0" smtClean="0"/>
              <a:t>Use host-only networking</a:t>
            </a:r>
            <a:endParaRPr lang="en-US" dirty="0"/>
          </a:p>
        </p:txBody>
      </p:sp>
      <p:pic>
        <p:nvPicPr>
          <p:cNvPr id="4" name="Picture 3"/>
          <p:cNvPicPr>
            <a:picLocks noChangeAspect="1"/>
          </p:cNvPicPr>
          <p:nvPr/>
        </p:nvPicPr>
        <p:blipFill>
          <a:blip r:embed="rId2"/>
          <a:stretch>
            <a:fillRect/>
          </a:stretch>
        </p:blipFill>
        <p:spPr>
          <a:xfrm>
            <a:off x="4800601" y="365125"/>
            <a:ext cx="6251626" cy="5613400"/>
          </a:xfrm>
          <a:prstGeom prst="rect">
            <a:avLst/>
          </a:prstGeom>
        </p:spPr>
      </p:pic>
    </p:spTree>
    <p:extLst>
      <p:ext uri="{BB962C8B-B14F-4D97-AF65-F5344CB8AC3E}">
        <p14:creationId xmlns:p14="http://schemas.microsoft.com/office/powerpoint/2010/main" val="9127625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58779" y="457200"/>
            <a:ext cx="10180414" cy="5620544"/>
          </a:xfrm>
          <a:prstGeom prst="rect">
            <a:avLst/>
          </a:prstGeom>
        </p:spPr>
      </p:pic>
    </p:spTree>
    <p:extLst>
      <p:ext uri="{BB962C8B-B14F-4D97-AF65-F5344CB8AC3E}">
        <p14:creationId xmlns:p14="http://schemas.microsoft.com/office/powerpoint/2010/main" val="2504592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3812"/>
          </a:xfrm>
        </p:spPr>
        <p:txBody>
          <a:bodyPr/>
          <a:lstStyle/>
          <a:p>
            <a:endParaRPr lang="en-US" dirty="0"/>
          </a:p>
        </p:txBody>
      </p:sp>
      <p:sp>
        <p:nvSpPr>
          <p:cNvPr id="3" name="Content Placeholder 2"/>
          <p:cNvSpPr>
            <a:spLocks noGrp="1"/>
          </p:cNvSpPr>
          <p:nvPr>
            <p:ph idx="1"/>
          </p:nvPr>
        </p:nvSpPr>
        <p:spPr>
          <a:xfrm>
            <a:off x="838200" y="1275347"/>
            <a:ext cx="10515600" cy="4901616"/>
          </a:xfrm>
        </p:spPr>
        <p:txBody>
          <a:bodyPr/>
          <a:lstStyle/>
          <a:p>
            <a:endParaRPr lang="en-US"/>
          </a:p>
        </p:txBody>
      </p:sp>
      <p:pic>
        <p:nvPicPr>
          <p:cNvPr id="4" name="Picture 3"/>
          <p:cNvPicPr>
            <a:picLocks noChangeAspect="1"/>
          </p:cNvPicPr>
          <p:nvPr/>
        </p:nvPicPr>
        <p:blipFill>
          <a:blip r:embed="rId2"/>
          <a:stretch>
            <a:fillRect/>
          </a:stretch>
        </p:blipFill>
        <p:spPr>
          <a:xfrm>
            <a:off x="2658979" y="1275347"/>
            <a:ext cx="7647071" cy="4802397"/>
          </a:xfrm>
          <a:prstGeom prst="rect">
            <a:avLst/>
          </a:prstGeom>
        </p:spPr>
      </p:pic>
    </p:spTree>
    <p:extLst>
      <p:ext uri="{BB962C8B-B14F-4D97-AF65-F5344CB8AC3E}">
        <p14:creationId xmlns:p14="http://schemas.microsoft.com/office/powerpoint/2010/main" val="34120378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22884" y="365125"/>
            <a:ext cx="8277096" cy="5613400"/>
          </a:xfrm>
          <a:prstGeom prst="rect">
            <a:avLst/>
          </a:prstGeom>
        </p:spPr>
      </p:pic>
    </p:spTree>
    <p:extLst>
      <p:ext uri="{BB962C8B-B14F-4D97-AF65-F5344CB8AC3E}">
        <p14:creationId xmlns:p14="http://schemas.microsoft.com/office/powerpoint/2010/main" val="15556627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22884" y="601579"/>
            <a:ext cx="8546869" cy="5476165"/>
          </a:xfrm>
          <a:prstGeom prst="rect">
            <a:avLst/>
          </a:prstGeom>
        </p:spPr>
      </p:pic>
    </p:spTree>
    <p:extLst>
      <p:ext uri="{BB962C8B-B14F-4D97-AF65-F5344CB8AC3E}">
        <p14:creationId xmlns:p14="http://schemas.microsoft.com/office/powerpoint/2010/main" val="36028924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299411" y="637674"/>
            <a:ext cx="9006639" cy="5340851"/>
          </a:xfrm>
          <a:prstGeom prst="rect">
            <a:avLst/>
          </a:prstGeom>
        </p:spPr>
      </p:pic>
    </p:spTree>
    <p:extLst>
      <p:ext uri="{BB962C8B-B14F-4D97-AF65-F5344CB8AC3E}">
        <p14:creationId xmlns:p14="http://schemas.microsoft.com/office/powerpoint/2010/main" val="11768557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Click customized</a:t>
            </a:r>
            <a:endParaRPr lang="en-US" dirty="0"/>
          </a:p>
        </p:txBody>
      </p:sp>
      <p:pic>
        <p:nvPicPr>
          <p:cNvPr id="4" name="Picture 3"/>
          <p:cNvPicPr>
            <a:picLocks noChangeAspect="1"/>
          </p:cNvPicPr>
          <p:nvPr/>
        </p:nvPicPr>
        <p:blipFill>
          <a:blip r:embed="rId2"/>
          <a:stretch>
            <a:fillRect/>
          </a:stretch>
        </p:blipFill>
        <p:spPr>
          <a:xfrm>
            <a:off x="838200" y="673768"/>
            <a:ext cx="10135062" cy="5503195"/>
          </a:xfrm>
          <a:prstGeom prst="rect">
            <a:avLst/>
          </a:prstGeom>
        </p:spPr>
      </p:pic>
    </p:spTree>
    <p:extLst>
      <p:ext uri="{BB962C8B-B14F-4D97-AF65-F5344CB8AC3E}">
        <p14:creationId xmlns:p14="http://schemas.microsoft.com/office/powerpoint/2010/main" val="18169511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Click New CD/DVD</a:t>
            </a:r>
          </a:p>
          <a:p>
            <a:r>
              <a:rPr lang="en-US" dirty="0" smtClean="0"/>
              <a:t>Use ISO image</a:t>
            </a:r>
          </a:p>
          <a:p>
            <a:pPr lvl="1"/>
            <a:r>
              <a:rPr lang="en-US" dirty="0" smtClean="0"/>
              <a:t>Browse the RHEL 8.4 </a:t>
            </a:r>
            <a:r>
              <a:rPr lang="en-US" dirty="0" err="1" smtClean="0"/>
              <a:t>iso</a:t>
            </a:r>
            <a:r>
              <a:rPr lang="en-US" dirty="0" smtClean="0"/>
              <a:t> image</a:t>
            </a:r>
          </a:p>
          <a:p>
            <a:r>
              <a:rPr lang="en-US" dirty="0" smtClean="0"/>
              <a:t>Click close</a:t>
            </a:r>
          </a:p>
          <a:p>
            <a:r>
              <a:rPr lang="en-US" dirty="0" smtClean="0"/>
              <a:t>Click ok</a:t>
            </a:r>
          </a:p>
        </p:txBody>
      </p:sp>
      <p:pic>
        <p:nvPicPr>
          <p:cNvPr id="5" name="Picture 4"/>
          <p:cNvPicPr>
            <a:picLocks noChangeAspect="1"/>
          </p:cNvPicPr>
          <p:nvPr/>
        </p:nvPicPr>
        <p:blipFill rotWithShape="1">
          <a:blip r:embed="rId2"/>
          <a:srcRect r="47500"/>
          <a:stretch/>
        </p:blipFill>
        <p:spPr>
          <a:xfrm>
            <a:off x="5528187" y="703441"/>
            <a:ext cx="6400800" cy="6854653"/>
          </a:xfrm>
          <a:prstGeom prst="rect">
            <a:avLst/>
          </a:prstGeom>
        </p:spPr>
      </p:pic>
    </p:spTree>
    <p:extLst>
      <p:ext uri="{BB962C8B-B14F-4D97-AF65-F5344CB8AC3E}">
        <p14:creationId xmlns:p14="http://schemas.microsoft.com/office/powerpoint/2010/main" val="30198044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746500" cy="4351338"/>
          </a:xfrm>
        </p:spPr>
        <p:txBody>
          <a:bodyPr/>
          <a:lstStyle/>
          <a:p>
            <a:r>
              <a:rPr lang="en-US" dirty="0" smtClean="0"/>
              <a:t>Custom Specific Network</a:t>
            </a:r>
          </a:p>
          <a:p>
            <a:pPr lvl="1"/>
            <a:r>
              <a:rPr lang="en-US" dirty="0" smtClean="0"/>
              <a:t>Vmnet5 (you configured in Earlier step)</a:t>
            </a:r>
          </a:p>
          <a:p>
            <a:r>
              <a:rPr lang="en-US" dirty="0" smtClean="0"/>
              <a:t>Click OK</a:t>
            </a:r>
            <a:endParaRPr lang="en-US" dirty="0"/>
          </a:p>
        </p:txBody>
      </p:sp>
      <p:pic>
        <p:nvPicPr>
          <p:cNvPr id="4" name="Picture 3"/>
          <p:cNvPicPr>
            <a:picLocks noChangeAspect="1"/>
          </p:cNvPicPr>
          <p:nvPr/>
        </p:nvPicPr>
        <p:blipFill>
          <a:blip r:embed="rId2"/>
          <a:stretch>
            <a:fillRect/>
          </a:stretch>
        </p:blipFill>
        <p:spPr>
          <a:xfrm>
            <a:off x="4876800" y="414338"/>
            <a:ext cx="6934200" cy="5762625"/>
          </a:xfrm>
          <a:prstGeom prst="rect">
            <a:avLst/>
          </a:prstGeom>
        </p:spPr>
      </p:pic>
    </p:spTree>
    <p:extLst>
      <p:ext uri="{BB962C8B-B14F-4D97-AF65-F5344CB8AC3E}">
        <p14:creationId xmlns:p14="http://schemas.microsoft.com/office/powerpoint/2010/main" val="2663490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smtClean="0"/>
              <a:t>poweron</a:t>
            </a:r>
            <a:endParaRPr lang="en-US" dirty="0"/>
          </a:p>
        </p:txBody>
      </p:sp>
      <p:pic>
        <p:nvPicPr>
          <p:cNvPr id="4" name="Picture 3"/>
          <p:cNvPicPr>
            <a:picLocks noChangeAspect="1"/>
          </p:cNvPicPr>
          <p:nvPr/>
        </p:nvPicPr>
        <p:blipFill>
          <a:blip r:embed="rId2"/>
          <a:stretch>
            <a:fillRect/>
          </a:stretch>
        </p:blipFill>
        <p:spPr>
          <a:xfrm>
            <a:off x="3633537" y="541422"/>
            <a:ext cx="7720263" cy="5722060"/>
          </a:xfrm>
          <a:prstGeom prst="rect">
            <a:avLst/>
          </a:prstGeom>
        </p:spPr>
      </p:pic>
    </p:spTree>
    <p:extLst>
      <p:ext uri="{BB962C8B-B14F-4D97-AF65-F5344CB8AC3E}">
        <p14:creationId xmlns:p14="http://schemas.microsoft.com/office/powerpoint/2010/main" val="26883585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Install </a:t>
            </a:r>
            <a:r>
              <a:rPr lang="en-US" dirty="0" err="1" smtClean="0"/>
              <a:t>Redhat</a:t>
            </a:r>
            <a:r>
              <a:rPr lang="en-US" dirty="0" smtClean="0"/>
              <a:t> Enterprise</a:t>
            </a:r>
          </a:p>
          <a:p>
            <a:pPr lvl="1"/>
            <a:r>
              <a:rPr lang="en-US" dirty="0" smtClean="0"/>
              <a:t>Use up/down arrows</a:t>
            </a:r>
          </a:p>
          <a:p>
            <a:pPr lvl="1"/>
            <a:r>
              <a:rPr lang="en-US" dirty="0" smtClean="0"/>
              <a:t>Press enter</a:t>
            </a:r>
          </a:p>
          <a:p>
            <a:pPr lvl="1"/>
            <a:endParaRPr lang="en-US" dirty="0"/>
          </a:p>
        </p:txBody>
      </p:sp>
      <p:pic>
        <p:nvPicPr>
          <p:cNvPr id="4" name="Picture 3"/>
          <p:cNvPicPr>
            <a:picLocks noChangeAspect="1"/>
          </p:cNvPicPr>
          <p:nvPr/>
        </p:nvPicPr>
        <p:blipFill>
          <a:blip r:embed="rId2"/>
          <a:stretch>
            <a:fillRect/>
          </a:stretch>
        </p:blipFill>
        <p:spPr>
          <a:xfrm>
            <a:off x="5811786" y="1825625"/>
            <a:ext cx="5848350" cy="3571875"/>
          </a:xfrm>
          <a:prstGeom prst="rect">
            <a:avLst/>
          </a:prstGeom>
        </p:spPr>
      </p:pic>
    </p:spTree>
    <p:extLst>
      <p:ext uri="{BB962C8B-B14F-4D97-AF65-F5344CB8AC3E}">
        <p14:creationId xmlns:p14="http://schemas.microsoft.com/office/powerpoint/2010/main" val="24244019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81981"/>
            <a:ext cx="3149600" cy="4351338"/>
          </a:xfrm>
        </p:spPr>
        <p:txBody>
          <a:bodyPr/>
          <a:lstStyle/>
          <a:p>
            <a:r>
              <a:rPr lang="en-US" dirty="0" smtClean="0"/>
              <a:t>Language</a:t>
            </a:r>
          </a:p>
          <a:p>
            <a:pPr lvl="1"/>
            <a:r>
              <a:rPr lang="en-US" dirty="0" smtClean="0"/>
              <a:t>Select English (united states)</a:t>
            </a:r>
          </a:p>
          <a:p>
            <a:r>
              <a:rPr lang="en-US" dirty="0" smtClean="0"/>
              <a:t>Click continue</a:t>
            </a:r>
            <a:endParaRPr lang="en-US" dirty="0"/>
          </a:p>
        </p:txBody>
      </p:sp>
      <p:pic>
        <p:nvPicPr>
          <p:cNvPr id="4" name="Picture 3"/>
          <p:cNvPicPr>
            <a:picLocks noChangeAspect="1"/>
          </p:cNvPicPr>
          <p:nvPr/>
        </p:nvPicPr>
        <p:blipFill>
          <a:blip r:embed="rId2"/>
          <a:stretch>
            <a:fillRect/>
          </a:stretch>
        </p:blipFill>
        <p:spPr>
          <a:xfrm>
            <a:off x="4149725" y="741362"/>
            <a:ext cx="7753350" cy="5857875"/>
          </a:xfrm>
          <a:prstGeom prst="rect">
            <a:avLst/>
          </a:prstGeom>
        </p:spPr>
      </p:pic>
    </p:spTree>
    <p:extLst>
      <p:ext uri="{BB962C8B-B14F-4D97-AF65-F5344CB8AC3E}">
        <p14:creationId xmlns:p14="http://schemas.microsoft.com/office/powerpoint/2010/main" val="32676493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Click Time &amp; date</a:t>
            </a:r>
            <a:endParaRPr lang="en-US" dirty="0"/>
          </a:p>
        </p:txBody>
      </p:sp>
      <p:pic>
        <p:nvPicPr>
          <p:cNvPr id="4" name="Picture 3"/>
          <p:cNvPicPr>
            <a:picLocks noChangeAspect="1"/>
          </p:cNvPicPr>
          <p:nvPr/>
        </p:nvPicPr>
        <p:blipFill>
          <a:blip r:embed="rId2"/>
          <a:stretch>
            <a:fillRect/>
          </a:stretch>
        </p:blipFill>
        <p:spPr>
          <a:xfrm>
            <a:off x="4032250" y="966787"/>
            <a:ext cx="7734300" cy="5838825"/>
          </a:xfrm>
          <a:prstGeom prst="rect">
            <a:avLst/>
          </a:prstGeom>
        </p:spPr>
      </p:pic>
    </p:spTree>
    <p:extLst>
      <p:ext uri="{BB962C8B-B14F-4D97-AF65-F5344CB8AC3E}">
        <p14:creationId xmlns:p14="http://schemas.microsoft.com/office/powerpoint/2010/main" val="87443273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a:t>
            </a:r>
            <a:r>
              <a:rPr lang="en-US" dirty="0" err="1" smtClean="0"/>
              <a:t>timezone</a:t>
            </a:r>
            <a:endParaRPr lang="en-US" dirty="0" smtClean="0"/>
          </a:p>
          <a:p>
            <a:r>
              <a:rPr lang="en-US" dirty="0" smtClean="0"/>
              <a:t>Set date</a:t>
            </a:r>
          </a:p>
          <a:p>
            <a:r>
              <a:rPr lang="en-US" dirty="0" smtClean="0"/>
              <a:t>Set time</a:t>
            </a:r>
          </a:p>
          <a:p>
            <a:r>
              <a:rPr lang="en-US" dirty="0" smtClean="0"/>
              <a:t>Click done</a:t>
            </a:r>
            <a:endParaRPr lang="en-US" dirty="0"/>
          </a:p>
        </p:txBody>
      </p:sp>
      <p:pic>
        <p:nvPicPr>
          <p:cNvPr id="4" name="Picture 3"/>
          <p:cNvPicPr>
            <a:picLocks noChangeAspect="1"/>
          </p:cNvPicPr>
          <p:nvPr/>
        </p:nvPicPr>
        <p:blipFill>
          <a:blip r:embed="rId2"/>
          <a:stretch>
            <a:fillRect/>
          </a:stretch>
        </p:blipFill>
        <p:spPr>
          <a:xfrm>
            <a:off x="4079875" y="803275"/>
            <a:ext cx="7791450" cy="5810250"/>
          </a:xfrm>
          <a:prstGeom prst="rect">
            <a:avLst/>
          </a:prstGeom>
        </p:spPr>
      </p:pic>
    </p:spTree>
    <p:extLst>
      <p:ext uri="{BB962C8B-B14F-4D97-AF65-F5344CB8AC3E}">
        <p14:creationId xmlns:p14="http://schemas.microsoft.com/office/powerpoint/2010/main" val="17345965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Select </a:t>
            </a:r>
          </a:p>
          <a:p>
            <a:pPr lvl="1"/>
            <a:r>
              <a:rPr lang="en-US" dirty="0" smtClean="0"/>
              <a:t>Server with GUI</a:t>
            </a:r>
          </a:p>
          <a:p>
            <a:r>
              <a:rPr lang="en-US" dirty="0" smtClean="0"/>
              <a:t>Click Done</a:t>
            </a:r>
            <a:endParaRPr lang="en-US" dirty="0"/>
          </a:p>
        </p:txBody>
      </p:sp>
      <p:pic>
        <p:nvPicPr>
          <p:cNvPr id="4" name="Picture 3"/>
          <p:cNvPicPr>
            <a:picLocks noChangeAspect="1"/>
          </p:cNvPicPr>
          <p:nvPr/>
        </p:nvPicPr>
        <p:blipFill>
          <a:blip r:embed="rId2"/>
          <a:stretch>
            <a:fillRect/>
          </a:stretch>
        </p:blipFill>
        <p:spPr>
          <a:xfrm>
            <a:off x="4308475" y="712787"/>
            <a:ext cx="7791450" cy="5915025"/>
          </a:xfrm>
          <a:prstGeom prst="rect">
            <a:avLst/>
          </a:prstGeom>
        </p:spPr>
      </p:pic>
    </p:spTree>
    <p:extLst>
      <p:ext uri="{BB962C8B-B14F-4D97-AF65-F5344CB8AC3E}">
        <p14:creationId xmlns:p14="http://schemas.microsoft.com/office/powerpoint/2010/main" val="41105721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213100" cy="4351338"/>
          </a:xfrm>
        </p:spPr>
        <p:txBody>
          <a:bodyPr/>
          <a:lstStyle/>
          <a:p>
            <a:r>
              <a:rPr lang="en-US" dirty="0" smtClean="0"/>
              <a:t>Network and hostname</a:t>
            </a:r>
          </a:p>
          <a:p>
            <a:pPr lvl="1"/>
            <a:r>
              <a:rPr lang="en-US" dirty="0" smtClean="0"/>
              <a:t>Click ON Ethernet</a:t>
            </a:r>
          </a:p>
          <a:p>
            <a:pPr lvl="1"/>
            <a:r>
              <a:rPr lang="en-US" dirty="0" smtClean="0"/>
              <a:t>Set hostname with “workstation” and click </a:t>
            </a:r>
            <a:r>
              <a:rPr lang="en-US" b="1" dirty="0" smtClean="0"/>
              <a:t>apply</a:t>
            </a:r>
          </a:p>
          <a:p>
            <a:r>
              <a:rPr lang="en-US" dirty="0" smtClean="0"/>
              <a:t>Click done</a:t>
            </a:r>
          </a:p>
        </p:txBody>
      </p:sp>
      <p:pic>
        <p:nvPicPr>
          <p:cNvPr id="4" name="Picture 3"/>
          <p:cNvPicPr>
            <a:picLocks noChangeAspect="1"/>
          </p:cNvPicPr>
          <p:nvPr/>
        </p:nvPicPr>
        <p:blipFill>
          <a:blip r:embed="rId2"/>
          <a:stretch>
            <a:fillRect/>
          </a:stretch>
        </p:blipFill>
        <p:spPr>
          <a:xfrm>
            <a:off x="4051300" y="623888"/>
            <a:ext cx="7772400" cy="5553075"/>
          </a:xfrm>
          <a:prstGeom prst="rect">
            <a:avLst/>
          </a:prstGeom>
        </p:spPr>
      </p:pic>
    </p:spTree>
    <p:extLst>
      <p:ext uri="{BB962C8B-B14F-4D97-AF65-F5344CB8AC3E}">
        <p14:creationId xmlns:p14="http://schemas.microsoft.com/office/powerpoint/2010/main" val="4887561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251200" cy="4351338"/>
          </a:xfrm>
        </p:spPr>
        <p:txBody>
          <a:bodyPr/>
          <a:lstStyle/>
          <a:p>
            <a:r>
              <a:rPr lang="en-US" dirty="0" smtClean="0"/>
              <a:t>Set Storage configuration</a:t>
            </a:r>
          </a:p>
          <a:p>
            <a:pPr lvl="1"/>
            <a:r>
              <a:rPr lang="en-US" dirty="0" smtClean="0"/>
              <a:t>Automatic configuration</a:t>
            </a:r>
          </a:p>
          <a:p>
            <a:r>
              <a:rPr lang="en-US" dirty="0" smtClean="0"/>
              <a:t>Click done</a:t>
            </a:r>
            <a:endParaRPr lang="en-US" dirty="0"/>
          </a:p>
        </p:txBody>
      </p:sp>
      <p:pic>
        <p:nvPicPr>
          <p:cNvPr id="4" name="Picture 3"/>
          <p:cNvPicPr>
            <a:picLocks noChangeAspect="1"/>
          </p:cNvPicPr>
          <p:nvPr/>
        </p:nvPicPr>
        <p:blipFill>
          <a:blip r:embed="rId2"/>
          <a:stretch>
            <a:fillRect/>
          </a:stretch>
        </p:blipFill>
        <p:spPr>
          <a:xfrm>
            <a:off x="4089400" y="661988"/>
            <a:ext cx="7772400" cy="5514975"/>
          </a:xfrm>
          <a:prstGeom prst="rect">
            <a:avLst/>
          </a:prstGeom>
        </p:spPr>
      </p:pic>
    </p:spTree>
    <p:extLst>
      <p:ext uri="{BB962C8B-B14F-4D97-AF65-F5344CB8AC3E}">
        <p14:creationId xmlns:p14="http://schemas.microsoft.com/office/powerpoint/2010/main" val="6752056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2816225" cy="4351338"/>
          </a:xfrm>
        </p:spPr>
        <p:txBody>
          <a:bodyPr/>
          <a:lstStyle/>
          <a:p>
            <a:r>
              <a:rPr lang="en-US" dirty="0" smtClean="0"/>
              <a:t>Set root password</a:t>
            </a:r>
          </a:p>
          <a:p>
            <a:pPr lvl="1"/>
            <a:r>
              <a:rPr lang="en-US" dirty="0" smtClean="0"/>
              <a:t>“</a:t>
            </a:r>
            <a:r>
              <a:rPr lang="en-US" dirty="0" err="1" smtClean="0"/>
              <a:t>redhat</a:t>
            </a:r>
            <a:r>
              <a:rPr lang="en-US" dirty="0" smtClean="0"/>
              <a:t>”</a:t>
            </a:r>
          </a:p>
          <a:p>
            <a:r>
              <a:rPr lang="en-US" dirty="0" smtClean="0"/>
              <a:t>Click done</a:t>
            </a:r>
            <a:endParaRPr lang="en-US" dirty="0"/>
          </a:p>
        </p:txBody>
      </p:sp>
      <p:pic>
        <p:nvPicPr>
          <p:cNvPr id="4" name="Picture 3"/>
          <p:cNvPicPr>
            <a:picLocks noChangeAspect="1"/>
          </p:cNvPicPr>
          <p:nvPr/>
        </p:nvPicPr>
        <p:blipFill>
          <a:blip r:embed="rId2"/>
          <a:stretch>
            <a:fillRect/>
          </a:stretch>
        </p:blipFill>
        <p:spPr>
          <a:xfrm>
            <a:off x="3654425" y="681038"/>
            <a:ext cx="7829550" cy="5495925"/>
          </a:xfrm>
          <a:prstGeom prst="rect">
            <a:avLst/>
          </a:prstGeom>
        </p:spPr>
      </p:pic>
    </p:spTree>
    <p:extLst>
      <p:ext uri="{BB962C8B-B14F-4D97-AF65-F5344CB8AC3E}">
        <p14:creationId xmlns:p14="http://schemas.microsoft.com/office/powerpoint/2010/main" val="30847983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179762" cy="4351338"/>
          </a:xfrm>
        </p:spPr>
        <p:txBody>
          <a:bodyPr/>
          <a:lstStyle/>
          <a:p>
            <a:r>
              <a:rPr lang="en-US" dirty="0" smtClean="0"/>
              <a:t>Create New user</a:t>
            </a:r>
          </a:p>
          <a:p>
            <a:pPr lvl="1"/>
            <a:r>
              <a:rPr lang="en-US" dirty="0" smtClean="0"/>
              <a:t>Username: student</a:t>
            </a:r>
          </a:p>
          <a:p>
            <a:pPr lvl="1"/>
            <a:r>
              <a:rPr lang="en-US" dirty="0" smtClean="0"/>
              <a:t>Password: </a:t>
            </a:r>
            <a:r>
              <a:rPr lang="en-US" dirty="0" err="1" smtClean="0"/>
              <a:t>redhat</a:t>
            </a:r>
            <a:endParaRPr lang="en-US" dirty="0" smtClean="0"/>
          </a:p>
          <a:p>
            <a:r>
              <a:rPr lang="en-US" dirty="0" smtClean="0"/>
              <a:t>Click done</a:t>
            </a:r>
            <a:endParaRPr lang="en-US" dirty="0"/>
          </a:p>
        </p:txBody>
      </p:sp>
      <p:pic>
        <p:nvPicPr>
          <p:cNvPr id="6" name="Picture 5"/>
          <p:cNvPicPr>
            <a:picLocks noChangeAspect="1"/>
          </p:cNvPicPr>
          <p:nvPr/>
        </p:nvPicPr>
        <p:blipFill>
          <a:blip r:embed="rId2"/>
          <a:stretch>
            <a:fillRect/>
          </a:stretch>
        </p:blipFill>
        <p:spPr>
          <a:xfrm>
            <a:off x="4017962" y="874712"/>
            <a:ext cx="7762875" cy="5514975"/>
          </a:xfrm>
          <a:prstGeom prst="rect">
            <a:avLst/>
          </a:prstGeom>
        </p:spPr>
      </p:pic>
    </p:spTree>
    <p:extLst>
      <p:ext uri="{BB962C8B-B14F-4D97-AF65-F5344CB8AC3E}">
        <p14:creationId xmlns:p14="http://schemas.microsoft.com/office/powerpoint/2010/main" val="314643452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251200" cy="4351338"/>
          </a:xfrm>
        </p:spPr>
        <p:txBody>
          <a:bodyPr/>
          <a:lstStyle/>
          <a:p>
            <a:r>
              <a:rPr lang="en-US" dirty="0" smtClean="0"/>
              <a:t>Begin installation</a:t>
            </a:r>
            <a:endParaRPr lang="en-US" dirty="0"/>
          </a:p>
        </p:txBody>
      </p:sp>
      <p:pic>
        <p:nvPicPr>
          <p:cNvPr id="4" name="Picture 3"/>
          <p:cNvPicPr>
            <a:picLocks noChangeAspect="1"/>
          </p:cNvPicPr>
          <p:nvPr/>
        </p:nvPicPr>
        <p:blipFill>
          <a:blip r:embed="rId2"/>
          <a:stretch>
            <a:fillRect/>
          </a:stretch>
        </p:blipFill>
        <p:spPr>
          <a:xfrm>
            <a:off x="4089400" y="849312"/>
            <a:ext cx="7772400" cy="5514975"/>
          </a:xfrm>
          <a:prstGeom prst="rect">
            <a:avLst/>
          </a:prstGeom>
        </p:spPr>
      </p:pic>
    </p:spTree>
    <p:extLst>
      <p:ext uri="{BB962C8B-B14F-4D97-AF65-F5344CB8AC3E}">
        <p14:creationId xmlns:p14="http://schemas.microsoft.com/office/powerpoint/2010/main" val="1917239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162300" cy="4351338"/>
          </a:xfrm>
        </p:spPr>
        <p:txBody>
          <a:bodyPr/>
          <a:lstStyle/>
          <a:p>
            <a:r>
              <a:rPr lang="en-US" dirty="0" smtClean="0"/>
              <a:t>Watch installation progress </a:t>
            </a:r>
          </a:p>
          <a:p>
            <a:r>
              <a:rPr lang="en-US" dirty="0" smtClean="0"/>
              <a:t>it may take a longer time depending on the Computer host performance</a:t>
            </a:r>
            <a:endParaRPr lang="en-US" dirty="0"/>
          </a:p>
        </p:txBody>
      </p:sp>
      <p:pic>
        <p:nvPicPr>
          <p:cNvPr id="5" name="Picture 4"/>
          <p:cNvPicPr>
            <a:picLocks noChangeAspect="1"/>
          </p:cNvPicPr>
          <p:nvPr/>
        </p:nvPicPr>
        <p:blipFill>
          <a:blip r:embed="rId2"/>
          <a:stretch>
            <a:fillRect/>
          </a:stretch>
        </p:blipFill>
        <p:spPr>
          <a:xfrm>
            <a:off x="4173537" y="1027906"/>
            <a:ext cx="7705725" cy="5791200"/>
          </a:xfrm>
          <a:prstGeom prst="rect">
            <a:avLst/>
          </a:prstGeom>
        </p:spPr>
      </p:pic>
    </p:spTree>
    <p:extLst>
      <p:ext uri="{BB962C8B-B14F-4D97-AF65-F5344CB8AC3E}">
        <p14:creationId xmlns:p14="http://schemas.microsoft.com/office/powerpoint/2010/main" val="17367024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Click </a:t>
            </a:r>
            <a:r>
              <a:rPr lang="en-US" dirty="0"/>
              <a:t>R</a:t>
            </a:r>
            <a:r>
              <a:rPr lang="en-US" dirty="0" smtClean="0"/>
              <a:t>eboot system</a:t>
            </a:r>
            <a:endParaRPr lang="en-US" dirty="0"/>
          </a:p>
        </p:txBody>
      </p:sp>
      <p:pic>
        <p:nvPicPr>
          <p:cNvPr id="4" name="Picture 3"/>
          <p:cNvPicPr>
            <a:picLocks noChangeAspect="1"/>
          </p:cNvPicPr>
          <p:nvPr/>
        </p:nvPicPr>
        <p:blipFill>
          <a:blip r:embed="rId2"/>
          <a:stretch>
            <a:fillRect/>
          </a:stretch>
        </p:blipFill>
        <p:spPr>
          <a:xfrm>
            <a:off x="4241800" y="481012"/>
            <a:ext cx="7696200" cy="5819775"/>
          </a:xfrm>
          <a:prstGeom prst="rect">
            <a:avLst/>
          </a:prstGeom>
        </p:spPr>
      </p:pic>
    </p:spTree>
    <p:extLst>
      <p:ext uri="{BB962C8B-B14F-4D97-AF65-F5344CB8AC3E}">
        <p14:creationId xmlns:p14="http://schemas.microsoft.com/office/powerpoint/2010/main" val="9582283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3378200" cy="4351338"/>
          </a:xfrm>
        </p:spPr>
        <p:txBody>
          <a:bodyPr/>
          <a:lstStyle/>
          <a:p>
            <a:r>
              <a:rPr lang="en-US" dirty="0" smtClean="0"/>
              <a:t>Click license information</a:t>
            </a:r>
            <a:endParaRPr lang="en-US" dirty="0"/>
          </a:p>
        </p:txBody>
      </p:sp>
      <p:pic>
        <p:nvPicPr>
          <p:cNvPr id="4" name="Picture 3"/>
          <p:cNvPicPr>
            <a:picLocks noChangeAspect="1"/>
          </p:cNvPicPr>
          <p:nvPr/>
        </p:nvPicPr>
        <p:blipFill rotWithShape="1">
          <a:blip r:embed="rId2"/>
          <a:srcRect l="21763"/>
          <a:stretch/>
        </p:blipFill>
        <p:spPr>
          <a:xfrm>
            <a:off x="4978400" y="1027906"/>
            <a:ext cx="7213600" cy="5800725"/>
          </a:xfrm>
          <a:prstGeom prst="rect">
            <a:avLst/>
          </a:prstGeom>
        </p:spPr>
      </p:pic>
    </p:spTree>
    <p:extLst>
      <p:ext uri="{BB962C8B-B14F-4D97-AF65-F5344CB8AC3E}">
        <p14:creationId xmlns:p14="http://schemas.microsoft.com/office/powerpoint/2010/main" val="8373366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19125" y="100012"/>
            <a:ext cx="10953750" cy="6657975"/>
          </a:xfrm>
          <a:prstGeom prst="rect">
            <a:avLst/>
          </a:prstGeom>
        </p:spPr>
      </p:pic>
    </p:spTree>
    <p:extLst>
      <p:ext uri="{BB962C8B-B14F-4D97-AF65-F5344CB8AC3E}">
        <p14:creationId xmlns:p14="http://schemas.microsoft.com/office/powerpoint/2010/main" val="278893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873500" y="1424781"/>
            <a:ext cx="8001000" cy="5153025"/>
          </a:xfrm>
          <a:prstGeom prst="rect">
            <a:avLst/>
          </a:prstGeom>
        </p:spPr>
      </p:pic>
    </p:spTree>
    <p:extLst>
      <p:ext uri="{BB962C8B-B14F-4D97-AF65-F5344CB8AC3E}">
        <p14:creationId xmlns:p14="http://schemas.microsoft.com/office/powerpoint/2010/main" val="3630078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2857500" cy="4351338"/>
          </a:xfrm>
        </p:spPr>
        <p:txBody>
          <a:bodyPr/>
          <a:lstStyle/>
          <a:p>
            <a:r>
              <a:rPr lang="en-US" dirty="0" smtClean="0"/>
              <a:t>Click student user</a:t>
            </a:r>
          </a:p>
          <a:p>
            <a:r>
              <a:rPr lang="en-US" dirty="0" smtClean="0"/>
              <a:t>Enter password: </a:t>
            </a:r>
            <a:r>
              <a:rPr lang="en-US" dirty="0" err="1" smtClean="0"/>
              <a:t>redhat</a:t>
            </a:r>
            <a:endParaRPr lang="en-US" dirty="0" smtClean="0"/>
          </a:p>
          <a:p>
            <a:r>
              <a:rPr lang="en-US" dirty="0" smtClean="0"/>
              <a:t>Click sign in</a:t>
            </a:r>
            <a:endParaRPr lang="en-US" dirty="0"/>
          </a:p>
        </p:txBody>
      </p:sp>
      <p:pic>
        <p:nvPicPr>
          <p:cNvPr id="5" name="Picture 4"/>
          <p:cNvPicPr>
            <a:picLocks noChangeAspect="1"/>
          </p:cNvPicPr>
          <p:nvPr/>
        </p:nvPicPr>
        <p:blipFill>
          <a:blip r:embed="rId2"/>
          <a:stretch>
            <a:fillRect/>
          </a:stretch>
        </p:blipFill>
        <p:spPr>
          <a:xfrm>
            <a:off x="4714875" y="1358106"/>
            <a:ext cx="7334250" cy="5286375"/>
          </a:xfrm>
          <a:prstGeom prst="rect">
            <a:avLst/>
          </a:prstGeom>
        </p:spPr>
      </p:pic>
    </p:spTree>
    <p:extLst>
      <p:ext uri="{BB962C8B-B14F-4D97-AF65-F5344CB8AC3E}">
        <p14:creationId xmlns:p14="http://schemas.microsoft.com/office/powerpoint/2010/main" val="21270079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752725" y="1027906"/>
            <a:ext cx="8601075" cy="5219700"/>
          </a:xfrm>
          <a:prstGeom prst="rect">
            <a:avLst/>
          </a:prstGeom>
        </p:spPr>
      </p:pic>
    </p:spTree>
    <p:extLst>
      <p:ext uri="{BB962C8B-B14F-4D97-AF65-F5344CB8AC3E}">
        <p14:creationId xmlns:p14="http://schemas.microsoft.com/office/powerpoint/2010/main" val="19750010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24137" y="1219200"/>
            <a:ext cx="9382125" cy="5181600"/>
          </a:xfrm>
          <a:prstGeom prst="rect">
            <a:avLst/>
          </a:prstGeom>
        </p:spPr>
      </p:pic>
    </p:spTree>
    <p:extLst>
      <p:ext uri="{BB962C8B-B14F-4D97-AF65-F5344CB8AC3E}">
        <p14:creationId xmlns:p14="http://schemas.microsoft.com/office/powerpoint/2010/main" val="168327328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Click skip</a:t>
            </a:r>
            <a:endParaRPr lang="en-US" dirty="0"/>
          </a:p>
        </p:txBody>
      </p:sp>
      <p:pic>
        <p:nvPicPr>
          <p:cNvPr id="4" name="Picture 3"/>
          <p:cNvPicPr>
            <a:picLocks noChangeAspect="1"/>
          </p:cNvPicPr>
          <p:nvPr/>
        </p:nvPicPr>
        <p:blipFill>
          <a:blip r:embed="rId2"/>
          <a:stretch>
            <a:fillRect/>
          </a:stretch>
        </p:blipFill>
        <p:spPr>
          <a:xfrm>
            <a:off x="2667000" y="1538288"/>
            <a:ext cx="9525000" cy="4638675"/>
          </a:xfrm>
          <a:prstGeom prst="rect">
            <a:avLst/>
          </a:prstGeom>
        </p:spPr>
      </p:pic>
    </p:spTree>
    <p:extLst>
      <p:ext uri="{BB962C8B-B14F-4D97-AF65-F5344CB8AC3E}">
        <p14:creationId xmlns:p14="http://schemas.microsoft.com/office/powerpoint/2010/main" val="84800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359400" y="365125"/>
            <a:ext cx="6172200" cy="5857875"/>
          </a:xfrm>
          <a:prstGeom prst="rect">
            <a:avLst/>
          </a:prstGeom>
        </p:spPr>
      </p:pic>
    </p:spTree>
    <p:extLst>
      <p:ext uri="{BB962C8B-B14F-4D97-AF65-F5344CB8AC3E}">
        <p14:creationId xmlns:p14="http://schemas.microsoft.com/office/powerpoint/2010/main" val="19766378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5"/>
            <a:ext cx="2676525" cy="4351338"/>
          </a:xfrm>
        </p:spPr>
        <p:txBody>
          <a:bodyPr/>
          <a:lstStyle/>
          <a:p>
            <a:r>
              <a:rPr lang="en-US" dirty="0" smtClean="0"/>
              <a:t>Open terminal</a:t>
            </a:r>
            <a:endParaRPr lang="en-US" dirty="0"/>
          </a:p>
        </p:txBody>
      </p:sp>
      <p:pic>
        <p:nvPicPr>
          <p:cNvPr id="4" name="Picture 3"/>
          <p:cNvPicPr>
            <a:picLocks noChangeAspect="1"/>
          </p:cNvPicPr>
          <p:nvPr/>
        </p:nvPicPr>
        <p:blipFill>
          <a:blip r:embed="rId2"/>
          <a:stretch>
            <a:fillRect/>
          </a:stretch>
        </p:blipFill>
        <p:spPr>
          <a:xfrm>
            <a:off x="3514725" y="180975"/>
            <a:ext cx="8677275" cy="6677025"/>
          </a:xfrm>
          <a:prstGeom prst="rect">
            <a:avLst/>
          </a:prstGeom>
        </p:spPr>
      </p:pic>
    </p:spTree>
    <p:extLst>
      <p:ext uri="{BB962C8B-B14F-4D97-AF65-F5344CB8AC3E}">
        <p14:creationId xmlns:p14="http://schemas.microsoft.com/office/powerpoint/2010/main" val="143722718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2828925" y="1019969"/>
            <a:ext cx="9363075" cy="5962650"/>
          </a:xfrm>
          <a:prstGeom prst="rect">
            <a:avLst/>
          </a:prstGeom>
        </p:spPr>
      </p:pic>
    </p:spTree>
    <p:extLst>
      <p:ext uri="{BB962C8B-B14F-4D97-AF65-F5344CB8AC3E}">
        <p14:creationId xmlns:p14="http://schemas.microsoft.com/office/powerpoint/2010/main" val="15909876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 of installation</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7955865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643</TotalTime>
  <Words>495</Words>
  <Application>Microsoft Office PowerPoint</Application>
  <PresentationFormat>Widescreen</PresentationFormat>
  <Paragraphs>100</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1.1 Installation of Redhat Linux</vt:lpstr>
      <vt:lpstr>Installation methods</vt:lpstr>
      <vt:lpstr>Setup Requirement</vt:lpstr>
      <vt:lpstr>PowerPoint Presentation</vt:lpstr>
      <vt:lpstr>Setup input requirements </vt:lpstr>
      <vt:lpstr>Install Hypervisor</vt:lpstr>
      <vt:lpstr>Setup virtual network</vt:lpstr>
      <vt:lpstr>PowerPoint Presentation</vt:lpstr>
      <vt:lpstr>Create New virtual Machine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of installation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Linux?</dc:title>
  <dc:creator>melaku</dc:creator>
  <cp:lastModifiedBy>Windows User</cp:lastModifiedBy>
  <cp:revision>66</cp:revision>
  <dcterms:created xsi:type="dcterms:W3CDTF">2022-07-20T18:42:25Z</dcterms:created>
  <dcterms:modified xsi:type="dcterms:W3CDTF">2024-06-20T03:57:17Z</dcterms:modified>
</cp:coreProperties>
</file>
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85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1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39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1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3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7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0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0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1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55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688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07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757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393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004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64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1BDDCC-710B-4862-8CDE-33CFB74F964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C869B6-DAB9-481A-A06A-808BB6D2C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8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704621"/>
            <a:ext cx="6815669" cy="1682043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What is Dalvik Virtual Machine?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Android Application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32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Dalvik Virtual Machine (DVM) is a specialized virtual machine used by the Android operating system to execute applications written in Java.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designed to be lightweight and optimized for mobile devices with limited resources, such as battery life and memory.</a:t>
            </a:r>
          </a:p>
          <a:p>
            <a:r>
              <a:rPr lang="en-US" dirty="0"/>
              <a:t>The DVM was named after a fishing village in Iceland, which was the hometown of the founder of the Android project, Andy Rubin.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DVM was the primary virtual machine used by Android until Android 5.0 Lollipop, which introduced the new Android Runtime (ART)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30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Purpose: </a:t>
            </a:r>
            <a:r>
              <a:rPr lang="en-US" dirty="0" smtClean="0"/>
              <a:t>The DVM is designed to run applications written in Java and compiled into a bytecode format that is suitable for execution on Android devices.</a:t>
            </a:r>
          </a:p>
          <a:p>
            <a:r>
              <a:rPr lang="en-US" b="1" dirty="0" smtClean="0"/>
              <a:t>Optimization: </a:t>
            </a:r>
            <a:r>
              <a:rPr lang="en-US" dirty="0" smtClean="0"/>
              <a:t>It focuses on optimizing for memory, battery life, and processing power, addressing the limitations of mobile devices compared to desktop environments.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2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067"/>
            <a:ext cx="10515600" cy="5260622"/>
          </a:xfrm>
        </p:spPr>
        <p:txBody>
          <a:bodyPr/>
          <a:lstStyle/>
          <a:p>
            <a:r>
              <a:rPr lang="en-US" b="1" dirty="0" smtClean="0"/>
              <a:t>Register-based Architecture:</a:t>
            </a:r>
          </a:p>
          <a:p>
            <a:r>
              <a:rPr lang="en-US" dirty="0" smtClean="0"/>
              <a:t>Unlike</a:t>
            </a:r>
            <a:r>
              <a:rPr lang="en-US" b="1" dirty="0" smtClean="0"/>
              <a:t> </a:t>
            </a:r>
            <a:r>
              <a:rPr lang="en-US" dirty="0" smtClean="0"/>
              <a:t>the Java Virtual Machine (JVM), which uses a stack-based architecture, the DVM uses a register-based architecture.</a:t>
            </a:r>
          </a:p>
          <a:p>
            <a:r>
              <a:rPr lang="en-US" dirty="0" smtClean="0"/>
              <a:t> This reduces the number of instructions and can lead to more efficient execution on CPUs typically found in mobile devices.</a:t>
            </a:r>
          </a:p>
          <a:p>
            <a:r>
              <a:rPr lang="en-US" b="1" dirty="0" err="1" smtClean="0"/>
              <a:t>Dex</a:t>
            </a:r>
            <a:r>
              <a:rPr lang="en-US" b="1" dirty="0" smtClean="0"/>
              <a:t> Files (Dalvik Executable):</a:t>
            </a:r>
            <a:r>
              <a:rPr lang="en-US" dirty="0" smtClean="0"/>
              <a:t>Applications are compiled from Java source code to Java bytecode and then converted into Dalvik bytecode. </a:t>
            </a:r>
          </a:p>
          <a:p>
            <a:r>
              <a:rPr lang="en-US" dirty="0" smtClean="0"/>
              <a:t>The resulting file format is .</a:t>
            </a:r>
            <a:r>
              <a:rPr lang="en-US" dirty="0" err="1" smtClean="0"/>
              <a:t>dex</a:t>
            </a:r>
            <a:r>
              <a:rPr lang="en-US" dirty="0" smtClean="0"/>
              <a:t> (Dalvik Executable). This format is optimized for minimal memory footprint and quick loading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33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994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6667"/>
            <a:ext cx="10515600" cy="5330296"/>
          </a:xfrm>
        </p:spPr>
        <p:txBody>
          <a:bodyPr/>
          <a:lstStyle/>
          <a:p>
            <a:r>
              <a:rPr lang="en-US" b="1" dirty="0"/>
              <a:t>JIT compilation</a:t>
            </a:r>
            <a:r>
              <a:rPr lang="en-US" dirty="0" smtClean="0"/>
              <a:t>:</a:t>
            </a:r>
          </a:p>
          <a:p>
            <a:r>
              <a:rPr lang="en-US" dirty="0"/>
              <a:t>The DVM uses a Just-In-Time (JIT) compiler to convert the </a:t>
            </a:r>
            <a:r>
              <a:rPr lang="en-US" dirty="0" err="1"/>
              <a:t>dex</a:t>
            </a:r>
            <a:r>
              <a:rPr lang="en-US" dirty="0"/>
              <a:t> bytecode into machine code at runtime.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process improves the performance of the application by reducing the overhead of interpreting the bytecode.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JIT compiler is used in the Android 2.2 </a:t>
            </a:r>
            <a:r>
              <a:rPr lang="en-US" dirty="0" err="1"/>
              <a:t>Froyo</a:t>
            </a:r>
            <a:r>
              <a:rPr lang="en-US" dirty="0"/>
              <a:t> and later versions</a:t>
            </a:r>
            <a:r>
              <a:rPr lang="en-US" dirty="0" smtClean="0"/>
              <a:t>.</a:t>
            </a:r>
          </a:p>
          <a:p>
            <a:r>
              <a:rPr lang="en-US" b="1" dirty="0"/>
              <a:t>Garbage </a:t>
            </a:r>
            <a:r>
              <a:rPr lang="en-US" b="1" dirty="0" smtClean="0"/>
              <a:t>collection: </a:t>
            </a:r>
            <a:r>
              <a:rPr lang="en-US" dirty="0" smtClean="0"/>
              <a:t>The </a:t>
            </a:r>
            <a:r>
              <a:rPr lang="en-US" dirty="0"/>
              <a:t>DVM includes a garbage collector that automatically manages memory allocation and deallocation.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feature helps to prevent memory leaks and makes it easier for developers to write memory-efficient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485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4176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693334"/>
            <a:ext cx="9601196" cy="420511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Class loading:</a:t>
            </a:r>
            <a:r>
              <a:rPr lang="en-US" dirty="0"/>
              <a:t> The DVM uses a class loader to dynamically load classes and their associated resources. This allows applications to be updated and extended without requiring the user to reinstall the entire application.</a:t>
            </a:r>
          </a:p>
          <a:p>
            <a:r>
              <a:rPr lang="en-US" b="1" dirty="0" smtClean="0"/>
              <a:t>Technical Architecture</a:t>
            </a:r>
          </a:p>
          <a:p>
            <a:r>
              <a:rPr lang="en-US" b="1" dirty="0" smtClean="0"/>
              <a:t>Runtime Environment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DVM operates within the Android Runtime (ART), which, as of Android 5.0 (Lollipop), replaced the DVM. ART uses ahead-of-time (AOT) compilation rather than JIT, further optimizing performance and battery life.</a:t>
            </a:r>
          </a:p>
          <a:p>
            <a:r>
              <a:rPr lang="en-US" b="1" dirty="0" smtClean="0"/>
              <a:t>Execution Model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Class Loading</a:t>
            </a:r>
            <a:r>
              <a:rPr lang="en-US" dirty="0" smtClean="0"/>
              <a:t>: Classes are loaded on demand to reduce memory usage.</a:t>
            </a:r>
          </a:p>
          <a:p>
            <a:pPr lvl="1"/>
            <a:r>
              <a:rPr lang="en-US" b="1" dirty="0" smtClean="0"/>
              <a:t>Thread Management</a:t>
            </a:r>
            <a:r>
              <a:rPr lang="en-US" dirty="0" smtClean="0"/>
              <a:t>: DVM efficiently manages threads to balance performance and power consumption.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57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5736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0532"/>
            <a:ext cx="10515600" cy="576862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Transition to ART</a:t>
            </a:r>
          </a:p>
          <a:p>
            <a:r>
              <a:rPr lang="en-US" b="1" dirty="0" smtClean="0"/>
              <a:t>Android Runtime (ART)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With the release of Android 5.0 (Lollipop), Google introduced ART, which replaced the DVM. ART uses ahead-of-time compilation, compiling the entire application to native code when it is installed, which improves execution speed and reduces power consumption.</a:t>
            </a:r>
          </a:p>
          <a:p>
            <a:r>
              <a:rPr lang="en-US" b="1" dirty="0" smtClean="0"/>
              <a:t>Comparison with JVM</a:t>
            </a:r>
          </a:p>
          <a:p>
            <a:r>
              <a:rPr lang="en-US" b="1" dirty="0" smtClean="0"/>
              <a:t>Memory Management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DVM’s memory management is tailored for the mobile environment, focusing on efficient use of limited memory resources.</a:t>
            </a:r>
          </a:p>
          <a:p>
            <a:r>
              <a:rPr lang="en-US" b="1" dirty="0" smtClean="0"/>
              <a:t>Execution Speed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While both JVM and DVM use garbage collection, the DVM is optimized for lower latency and reduced overhead in a constrained environment.</a:t>
            </a:r>
          </a:p>
          <a:p>
            <a:r>
              <a:rPr lang="en-US" b="1" dirty="0" smtClean="0"/>
              <a:t>Instruction Set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register-based instruction set of DVM contrasts with the stack-based instruction set of JVM, offering better performance on mobile processors.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8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Dalvik Virtual Machine was a fundamental part of Android's early success, providing an optimized environment for running Java-based applications on mobile devices.</a:t>
            </a:r>
          </a:p>
          <a:p>
            <a:r>
              <a:rPr lang="en-US" dirty="0" smtClean="0"/>
              <a:t> Its design considerations for memory, performance, and battery life were crucial for the proliferation of smartphones and tablets.</a:t>
            </a:r>
          </a:p>
          <a:p>
            <a:r>
              <a:rPr lang="en-US" dirty="0" smtClean="0"/>
              <a:t> With the introduction of ART, Android evolved to further enhance performance and efficiency, but the legacy of DVM remains significant in the history of mobile computing.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1092</TotalTime>
  <Words>552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What is Dalvik Virtual Machine? </vt:lpstr>
      <vt:lpstr>Introduction</vt:lpstr>
      <vt:lpstr>PowerPoint Presentation</vt:lpstr>
      <vt:lpstr>Features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Dalvik Virtual Machine?</dc:title>
  <dc:creator>Windows User</dc:creator>
  <cp:lastModifiedBy>CGS COMPUTERS</cp:lastModifiedBy>
  <cp:revision>7</cp:revision>
  <dcterms:created xsi:type="dcterms:W3CDTF">2024-06-09T13:50:57Z</dcterms:created>
  <dcterms:modified xsi:type="dcterms:W3CDTF">2026-04-20T11:57:55Z</dcterms:modified>
</cp:coreProperties>
</file>
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81C784"/>
          </a:solidFill>
        </p:spPr>
      </p:sp>
      <p:sp>
        <p:nvSpPr>
          <p:cNvPr id="4" name="Shape 2"/>
          <p:cNvSpPr/>
          <p:nvPr/>
        </p:nvSpPr>
        <p:spPr>
          <a:xfrm>
            <a:off x="1005840" y="731520"/>
            <a:ext cx="1371600" cy="1371600"/>
          </a:xfrm>
          <a:prstGeom prst="ellipse">
            <a:avLst/>
          </a:prstGeom>
          <a:solidFill>
            <a:srgbClr val="4CAF50"/>
          </a:solidFill>
          <a:ln w="38100">
            <a:solidFill>
              <a:srgbClr val="81C7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31520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JS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560320" y="640080"/>
            <a:ext cx="6217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JavaScript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560320" y="1508760"/>
            <a:ext cx="6217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81C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Fundamentals &amp; Syntax Guide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412480" cy="36576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9" name="Text 7"/>
          <p:cNvSpPr/>
          <p:nvPr/>
        </p:nvSpPr>
        <p:spPr>
          <a:xfrm>
            <a:off x="548640" y="246888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C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Topics Covered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201168" cy="201168"/>
          </a:xfrm>
          <a:prstGeom prst="ellipse">
            <a:avLst/>
          </a:prstGeom>
          <a:solidFill>
            <a:srgbClr val="4CAF50"/>
          </a:solidFill>
        </p:spPr>
      </p:sp>
      <p:sp>
        <p:nvSpPr>
          <p:cNvPr id="11" name="Text 9"/>
          <p:cNvSpPr/>
          <p:nvPr/>
        </p:nvSpPr>
        <p:spPr>
          <a:xfrm>
            <a:off x="777240" y="292608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JavaScript &amp; its uses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447288"/>
            <a:ext cx="201168" cy="201168"/>
          </a:xfrm>
          <a:prstGeom prst="ellipse">
            <a:avLst/>
          </a:prstGeom>
          <a:solidFill>
            <a:srgbClr val="4CAF50"/>
          </a:solidFill>
        </p:spPr>
      </p:sp>
      <p:sp>
        <p:nvSpPr>
          <p:cNvPr id="13" name="Text 11"/>
          <p:cNvSpPr/>
          <p:nvPr/>
        </p:nvSpPr>
        <p:spPr>
          <a:xfrm>
            <a:off x="777240" y="3401568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Variables: var, let, const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922776"/>
            <a:ext cx="201168" cy="201168"/>
          </a:xfrm>
          <a:prstGeom prst="ellipse">
            <a:avLst/>
          </a:prstGeom>
          <a:solidFill>
            <a:srgbClr val="4CAF50"/>
          </a:solidFill>
        </p:spPr>
      </p:sp>
      <p:sp>
        <p:nvSpPr>
          <p:cNvPr id="15" name="Text 13"/>
          <p:cNvSpPr/>
          <p:nvPr/>
        </p:nvSpPr>
        <p:spPr>
          <a:xfrm>
            <a:off x="777240" y="3877056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Types with examples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398264"/>
            <a:ext cx="201168" cy="201168"/>
          </a:xfrm>
          <a:prstGeom prst="ellipse">
            <a:avLst/>
          </a:prstGeom>
          <a:solidFill>
            <a:srgbClr val="4CAF50"/>
          </a:solidFill>
        </p:spPr>
      </p:sp>
      <p:sp>
        <p:nvSpPr>
          <p:cNvPr id="17" name="Text 15"/>
          <p:cNvSpPr/>
          <p:nvPr/>
        </p:nvSpPr>
        <p:spPr>
          <a:xfrm>
            <a:off x="777240" y="4352544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/ else conditionals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9" name="Text 17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C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Fundamentals  |  A Complete Beginner's Guide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is JavaScript?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5204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34747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7" name="Text 5"/>
          <p:cNvSpPr/>
          <p:nvPr/>
        </p:nvSpPr>
        <p:spPr>
          <a:xfrm>
            <a:off x="320040" y="114300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862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is a lightweight, interpreted programming language used to make web pages interactive. It runs directly in the browser and is essential for modern web development.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4114800" cy="292608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10" name="Text 8"/>
          <p:cNvSpPr/>
          <p:nvPr/>
        </p:nvSpPr>
        <p:spPr>
          <a:xfrm>
            <a:off x="320040" y="2926080"/>
            <a:ext cx="4023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JavaScript is Used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310128"/>
            <a:ext cx="146304" cy="146304"/>
          </a:xfrm>
          <a:prstGeom prst="ellipse">
            <a:avLst/>
          </a:prstGeom>
          <a:solidFill>
            <a:srgbClr val="4CAF50"/>
          </a:solidFill>
        </p:spPr>
      </p:sp>
      <p:sp>
        <p:nvSpPr>
          <p:cNvPr id="12" name="Text 10"/>
          <p:cNvSpPr/>
          <p:nvPr/>
        </p:nvSpPr>
        <p:spPr>
          <a:xfrm>
            <a:off x="566928" y="326440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browsers (Chrome, Firefox)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30168"/>
            <a:ext cx="146304" cy="146304"/>
          </a:xfrm>
          <a:prstGeom prst="ellipse">
            <a:avLst/>
          </a:prstGeom>
          <a:solidFill>
            <a:srgbClr val="4CAF50"/>
          </a:solidFill>
        </p:spPr>
      </p:sp>
      <p:sp>
        <p:nvSpPr>
          <p:cNvPr id="14" name="Text 12"/>
          <p:cNvSpPr/>
          <p:nvPr/>
        </p:nvSpPr>
        <p:spPr>
          <a:xfrm>
            <a:off x="566928" y="358444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Server-side with Node.js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950208"/>
            <a:ext cx="146304" cy="146304"/>
          </a:xfrm>
          <a:prstGeom prst="ellipse">
            <a:avLst/>
          </a:prstGeom>
          <a:solidFill>
            <a:srgbClr val="4CAF50"/>
          </a:solidFill>
        </p:spPr>
      </p:sp>
      <p:sp>
        <p:nvSpPr>
          <p:cNvPr id="16" name="Text 14"/>
          <p:cNvSpPr/>
          <p:nvPr/>
        </p:nvSpPr>
        <p:spPr>
          <a:xfrm>
            <a:off x="566928" y="390448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apps (React Native)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270248"/>
            <a:ext cx="146304" cy="146304"/>
          </a:xfrm>
          <a:prstGeom prst="ellipse">
            <a:avLst/>
          </a:prstGeom>
          <a:solidFill>
            <a:srgbClr val="4CAF50"/>
          </a:solidFill>
        </p:spPr>
      </p:sp>
      <p:sp>
        <p:nvSpPr>
          <p:cNvPr id="18" name="Text 16"/>
          <p:cNvSpPr/>
          <p:nvPr/>
        </p:nvSpPr>
        <p:spPr>
          <a:xfrm>
            <a:off x="566928" y="422452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Desktop apps (Electron)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1143000"/>
            <a:ext cx="4297680" cy="35204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143000"/>
            <a:ext cx="4297680" cy="34747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21" name="Text 19"/>
          <p:cNvSpPr/>
          <p:nvPr/>
        </p:nvSpPr>
        <p:spPr>
          <a:xfrm>
            <a:off x="4617720" y="1143000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First JavaScript Program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572768"/>
            <a:ext cx="4114800" cy="297180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23" name="Text 21"/>
          <p:cNvSpPr/>
          <p:nvPr/>
        </p:nvSpPr>
        <p:spPr>
          <a:xfrm>
            <a:off x="4754880" y="1664208"/>
            <a:ext cx="3977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8E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Display a message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1993392"/>
            <a:ext cx="3977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console.log("Hello, World!");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322576"/>
            <a:ext cx="3977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651760"/>
            <a:ext cx="3977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8E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Show an alert box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2980944"/>
            <a:ext cx="3977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alert("Welcome to JS!");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310128"/>
            <a:ext cx="3977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3639312"/>
            <a:ext cx="3977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8E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Write to HTML page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968496"/>
            <a:ext cx="3977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document.write("Hello!");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2" name="Text 30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1C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JavaScript Data Types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434340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97280"/>
            <a:ext cx="1005840" cy="118872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7" name="Text 5"/>
          <p:cNvSpPr/>
          <p:nvPr/>
        </p:nvSpPr>
        <p:spPr>
          <a:xfrm>
            <a:off x="182880" y="1097280"/>
            <a:ext cx="1005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1170432"/>
            <a:ext cx="3154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values in quotes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61872" y="1499616"/>
            <a:ext cx="3154680" cy="530352"/>
          </a:xfrm>
          <a:prstGeom prst="rect">
            <a:avLst/>
          </a:prstGeom>
          <a:solidFill>
            <a:srgbClr val="F0F4F0"/>
          </a:solidFill>
        </p:spPr>
      </p:sp>
      <p:sp>
        <p:nvSpPr>
          <p:cNvPr id="10" name="Text 8"/>
          <p:cNvSpPr/>
          <p:nvPr/>
        </p:nvSpPr>
        <p:spPr>
          <a:xfrm>
            <a:off x="1325880" y="1517904"/>
            <a:ext cx="30175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name = "Alice";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34340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1005840" cy="118872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3" name="Text 11"/>
          <p:cNvSpPr/>
          <p:nvPr/>
        </p:nvSpPr>
        <p:spPr>
          <a:xfrm>
            <a:off x="4663440" y="1097280"/>
            <a:ext cx="1005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Number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42432" y="1170432"/>
            <a:ext cx="3154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Integer and decimal numbers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42432" y="1499616"/>
            <a:ext cx="3154680" cy="530352"/>
          </a:xfrm>
          <a:prstGeom prst="rect">
            <a:avLst/>
          </a:prstGeom>
          <a:solidFill>
            <a:srgbClr val="F0F4F0"/>
          </a:solidFill>
        </p:spPr>
      </p:sp>
      <p:sp>
        <p:nvSpPr>
          <p:cNvPr id="16" name="Text 14"/>
          <p:cNvSpPr/>
          <p:nvPr/>
        </p:nvSpPr>
        <p:spPr>
          <a:xfrm>
            <a:off x="5806440" y="1517904"/>
            <a:ext cx="30175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age = 25;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" y="2395728"/>
            <a:ext cx="434340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395728"/>
            <a:ext cx="1005840" cy="118872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9" name="Text 17"/>
          <p:cNvSpPr/>
          <p:nvPr/>
        </p:nvSpPr>
        <p:spPr>
          <a:xfrm>
            <a:off x="182880" y="2395728"/>
            <a:ext cx="1005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Boolean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1872" y="2468880"/>
            <a:ext cx="3154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or false values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61872" y="2798064"/>
            <a:ext cx="3154680" cy="530352"/>
          </a:xfrm>
          <a:prstGeom prst="rect">
            <a:avLst/>
          </a:prstGeom>
          <a:solidFill>
            <a:srgbClr val="F0F4F0"/>
          </a:solidFill>
        </p:spPr>
      </p:sp>
      <p:sp>
        <p:nvSpPr>
          <p:cNvPr id="22" name="Text 20"/>
          <p:cNvSpPr/>
          <p:nvPr/>
        </p:nvSpPr>
        <p:spPr>
          <a:xfrm>
            <a:off x="1325880" y="2816352"/>
            <a:ext cx="30175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isStudent = true;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2395728"/>
            <a:ext cx="434340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395728"/>
            <a:ext cx="1005840" cy="118872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25" name="Text 23"/>
          <p:cNvSpPr/>
          <p:nvPr/>
        </p:nvSpPr>
        <p:spPr>
          <a:xfrm>
            <a:off x="4663440" y="2395728"/>
            <a:ext cx="1005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Array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42432" y="2468880"/>
            <a:ext cx="3154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 of values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42432" y="2798064"/>
            <a:ext cx="3154680" cy="530352"/>
          </a:xfrm>
          <a:prstGeom prst="rect">
            <a:avLst/>
          </a:prstGeom>
          <a:solidFill>
            <a:srgbClr val="F0F4F0"/>
          </a:solidFill>
        </p:spPr>
      </p:sp>
      <p:sp>
        <p:nvSpPr>
          <p:cNvPr id="28" name="Text 26"/>
          <p:cNvSpPr/>
          <p:nvPr/>
        </p:nvSpPr>
        <p:spPr>
          <a:xfrm>
            <a:off x="5806440" y="2816352"/>
            <a:ext cx="30175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colors = ["red", "blue"];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82880" y="3694176"/>
            <a:ext cx="434340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694176"/>
            <a:ext cx="1005840" cy="118872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1" name="Text 29"/>
          <p:cNvSpPr/>
          <p:nvPr/>
        </p:nvSpPr>
        <p:spPr>
          <a:xfrm>
            <a:off x="182880" y="3694176"/>
            <a:ext cx="1005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Object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61872" y="3767328"/>
            <a:ext cx="3154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Key-value pairs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261872" y="4096512"/>
            <a:ext cx="3154680" cy="530352"/>
          </a:xfrm>
          <a:prstGeom prst="rect">
            <a:avLst/>
          </a:prstGeom>
          <a:solidFill>
            <a:srgbClr val="F0F4F0"/>
          </a:solidFill>
        </p:spPr>
      </p:sp>
      <p:sp>
        <p:nvSpPr>
          <p:cNvPr id="34" name="Text 32"/>
          <p:cNvSpPr/>
          <p:nvPr/>
        </p:nvSpPr>
        <p:spPr>
          <a:xfrm>
            <a:off x="1325880" y="4114800"/>
            <a:ext cx="30175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user = {name: "Ali"};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63440" y="3694176"/>
            <a:ext cx="434340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694176"/>
            <a:ext cx="1005840" cy="118872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7" name="Text 35"/>
          <p:cNvSpPr/>
          <p:nvPr/>
        </p:nvSpPr>
        <p:spPr>
          <a:xfrm>
            <a:off x="4663440" y="3694176"/>
            <a:ext cx="1005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Undefined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42432" y="3767328"/>
            <a:ext cx="3154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 with no value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42432" y="4096512"/>
            <a:ext cx="3154680" cy="530352"/>
          </a:xfrm>
          <a:prstGeom prst="rect">
            <a:avLst/>
          </a:prstGeom>
          <a:solidFill>
            <a:srgbClr val="F0F4F0"/>
          </a:solidFill>
        </p:spPr>
      </p:sp>
      <p:sp>
        <p:nvSpPr>
          <p:cNvPr id="40" name="Text 38"/>
          <p:cNvSpPr/>
          <p:nvPr/>
        </p:nvSpPr>
        <p:spPr>
          <a:xfrm>
            <a:off x="5806440" y="4114800"/>
            <a:ext cx="30175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x;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42" name="Text 40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1C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var  vs  let  vs  const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64592" y="1078992"/>
            <a:ext cx="2834640" cy="3703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1078992"/>
            <a:ext cx="2834640" cy="640080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7" name="Text 5"/>
          <p:cNvSpPr/>
          <p:nvPr/>
        </p:nvSpPr>
        <p:spPr>
          <a:xfrm>
            <a:off x="164592" y="1078992"/>
            <a:ext cx="2834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" y="1481328"/>
            <a:ext cx="2834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Old Way (ES5)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" y="1828800"/>
            <a:ext cx="118872" cy="118872"/>
          </a:xfrm>
          <a:prstGeom prst="ellipse">
            <a:avLst/>
          </a:prstGeom>
          <a:solidFill>
            <a:srgbClr val="E65100"/>
          </a:solidFill>
        </p:spPr>
      </p:sp>
      <p:sp>
        <p:nvSpPr>
          <p:cNvPr id="10" name="Text 8"/>
          <p:cNvSpPr/>
          <p:nvPr/>
        </p:nvSpPr>
        <p:spPr>
          <a:xfrm>
            <a:off x="466344" y="1792224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Function-scoped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1752" y="2139696"/>
            <a:ext cx="118872" cy="118872"/>
          </a:xfrm>
          <a:prstGeom prst="ellipse">
            <a:avLst/>
          </a:prstGeom>
          <a:solidFill>
            <a:srgbClr val="E65100"/>
          </a:solidFill>
        </p:spPr>
      </p:sp>
      <p:sp>
        <p:nvSpPr>
          <p:cNvPr id="12" name="Text 10"/>
          <p:cNvSpPr/>
          <p:nvPr/>
        </p:nvSpPr>
        <p:spPr>
          <a:xfrm>
            <a:off x="466344" y="2103120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be re-declared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1752" y="2450592"/>
            <a:ext cx="118872" cy="118872"/>
          </a:xfrm>
          <a:prstGeom prst="ellipse">
            <a:avLst/>
          </a:prstGeom>
          <a:solidFill>
            <a:srgbClr val="E65100"/>
          </a:solidFill>
        </p:spPr>
      </p:sp>
      <p:sp>
        <p:nvSpPr>
          <p:cNvPr id="14" name="Text 12"/>
          <p:cNvSpPr/>
          <p:nvPr/>
        </p:nvSpPr>
        <p:spPr>
          <a:xfrm>
            <a:off x="466344" y="2414016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Hoisted to top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1752" y="2761488"/>
            <a:ext cx="118872" cy="118872"/>
          </a:xfrm>
          <a:prstGeom prst="ellipse">
            <a:avLst/>
          </a:prstGeom>
          <a:solidFill>
            <a:srgbClr val="E65100"/>
          </a:solidFill>
        </p:spPr>
      </p:sp>
      <p:sp>
        <p:nvSpPr>
          <p:cNvPr id="16" name="Text 14"/>
          <p:cNvSpPr/>
          <p:nvPr/>
        </p:nvSpPr>
        <p:spPr>
          <a:xfrm>
            <a:off x="466344" y="2724912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 in modern code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3145536"/>
            <a:ext cx="2651760" cy="146304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18" name="Shape 16"/>
          <p:cNvSpPr/>
          <p:nvPr/>
        </p:nvSpPr>
        <p:spPr>
          <a:xfrm>
            <a:off x="256032" y="3145536"/>
            <a:ext cx="2651760" cy="237744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19" name="Text 17"/>
          <p:cNvSpPr/>
          <p:nvPr/>
        </p:nvSpPr>
        <p:spPr>
          <a:xfrm>
            <a:off x="256032" y="3145536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" y="3438144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city = "Lahore";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" y="376732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city = "Karachi"; // OK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752" y="4096512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console.log(city);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1078992"/>
            <a:ext cx="2834640" cy="3703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1078992"/>
            <a:ext cx="2834640" cy="64008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25" name="Text 23"/>
          <p:cNvSpPr/>
          <p:nvPr/>
        </p:nvSpPr>
        <p:spPr>
          <a:xfrm>
            <a:off x="3154680" y="1078992"/>
            <a:ext cx="2834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154680" y="1481328"/>
            <a:ext cx="2834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(ES6+)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1828800"/>
            <a:ext cx="118872" cy="118872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28" name="Text 26"/>
          <p:cNvSpPr/>
          <p:nvPr/>
        </p:nvSpPr>
        <p:spPr>
          <a:xfrm>
            <a:off x="3456432" y="1792224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Block-scoped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91840" y="2139696"/>
            <a:ext cx="118872" cy="118872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30" name="Text 28"/>
          <p:cNvSpPr/>
          <p:nvPr/>
        </p:nvSpPr>
        <p:spPr>
          <a:xfrm>
            <a:off x="3456432" y="2103120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be re-declared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91840" y="2450592"/>
            <a:ext cx="118872" cy="118872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32" name="Text 30"/>
          <p:cNvSpPr/>
          <p:nvPr/>
        </p:nvSpPr>
        <p:spPr>
          <a:xfrm>
            <a:off x="3456432" y="2414016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hoisted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91840" y="2761488"/>
            <a:ext cx="118872" cy="118872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34" name="Text 32"/>
          <p:cNvSpPr/>
          <p:nvPr/>
        </p:nvSpPr>
        <p:spPr>
          <a:xfrm>
            <a:off x="3456432" y="2724912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for changeable values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46120" y="3145536"/>
            <a:ext cx="2651760" cy="146304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36" name="Shape 34"/>
          <p:cNvSpPr/>
          <p:nvPr/>
        </p:nvSpPr>
        <p:spPr>
          <a:xfrm>
            <a:off x="3246120" y="3145536"/>
            <a:ext cx="2651760" cy="237744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37" name="Text 35"/>
          <p:cNvSpPr/>
          <p:nvPr/>
        </p:nvSpPr>
        <p:spPr>
          <a:xfrm>
            <a:off x="3246120" y="3145536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91840" y="3438144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score = 0;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91840" y="376732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= 100; // OK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91840" y="4096512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8E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let score = 5; // Error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44768" y="1078992"/>
            <a:ext cx="2834640" cy="37033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44768" y="1078992"/>
            <a:ext cx="2834640" cy="64008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43" name="Text 41"/>
          <p:cNvSpPr/>
          <p:nvPr/>
        </p:nvSpPr>
        <p:spPr>
          <a:xfrm>
            <a:off x="6144768" y="1078992"/>
            <a:ext cx="28346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6144768" y="1481328"/>
            <a:ext cx="2834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Constant (ES6+)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81928" y="1828800"/>
            <a:ext cx="118872" cy="118872"/>
          </a:xfrm>
          <a:prstGeom prst="ellipse">
            <a:avLst/>
          </a:prstGeom>
          <a:solidFill>
            <a:srgbClr val="1B5E20"/>
          </a:solidFill>
        </p:spPr>
      </p:sp>
      <p:sp>
        <p:nvSpPr>
          <p:cNvPr id="46" name="Text 44"/>
          <p:cNvSpPr/>
          <p:nvPr/>
        </p:nvSpPr>
        <p:spPr>
          <a:xfrm>
            <a:off x="6446520" y="1792224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Block-scoped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81928" y="2139696"/>
            <a:ext cx="118872" cy="118872"/>
          </a:xfrm>
          <a:prstGeom prst="ellipse">
            <a:avLst/>
          </a:prstGeom>
          <a:solidFill>
            <a:srgbClr val="1B5E20"/>
          </a:solidFill>
        </p:spPr>
      </p:sp>
      <p:sp>
        <p:nvSpPr>
          <p:cNvPr id="48" name="Text 46"/>
          <p:cNvSpPr/>
          <p:nvPr/>
        </p:nvSpPr>
        <p:spPr>
          <a:xfrm>
            <a:off x="6446520" y="2103120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be reassigned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281928" y="2450592"/>
            <a:ext cx="118872" cy="118872"/>
          </a:xfrm>
          <a:prstGeom prst="ellipse">
            <a:avLst/>
          </a:prstGeom>
          <a:solidFill>
            <a:srgbClr val="1B5E20"/>
          </a:solidFill>
        </p:spPr>
      </p:sp>
      <p:sp>
        <p:nvSpPr>
          <p:cNvPr id="50" name="Text 48"/>
          <p:cNvSpPr/>
          <p:nvPr/>
        </p:nvSpPr>
        <p:spPr>
          <a:xfrm>
            <a:off x="6446520" y="2414016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Must be initialized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281928" y="2761488"/>
            <a:ext cx="118872" cy="118872"/>
          </a:xfrm>
          <a:prstGeom prst="ellipse">
            <a:avLst/>
          </a:prstGeom>
          <a:solidFill>
            <a:srgbClr val="1B5E20"/>
          </a:solidFill>
        </p:spPr>
      </p:sp>
      <p:sp>
        <p:nvSpPr>
          <p:cNvPr id="52" name="Text 50"/>
          <p:cNvSpPr/>
          <p:nvPr/>
        </p:nvSpPr>
        <p:spPr>
          <a:xfrm>
            <a:off x="6446520" y="2724912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for fixed values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236208" y="3145536"/>
            <a:ext cx="2651760" cy="146304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54" name="Shape 52"/>
          <p:cNvSpPr/>
          <p:nvPr/>
        </p:nvSpPr>
        <p:spPr>
          <a:xfrm>
            <a:off x="6236208" y="3145536"/>
            <a:ext cx="2651760" cy="237744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55" name="Text 53"/>
          <p:cNvSpPr/>
          <p:nvPr/>
        </p:nvSpPr>
        <p:spPr>
          <a:xfrm>
            <a:off x="6236208" y="3145536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81928" y="3438144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PI = 3.14159;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81928" y="376732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8E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PI = 3; // Error!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81928" y="4096512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console.log(PI);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60" name="Text 58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1C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if / else Statements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2880" y="1078992"/>
            <a:ext cx="4160520" cy="36576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78992"/>
            <a:ext cx="4160520" cy="34747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7" name="Text 5"/>
          <p:cNvSpPr/>
          <p:nvPr/>
        </p:nvSpPr>
        <p:spPr>
          <a:xfrm>
            <a:off x="228600" y="1078992"/>
            <a:ext cx="4069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 Structure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1508760"/>
            <a:ext cx="4005072" cy="3090672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9" name="Text 7"/>
          <p:cNvSpPr/>
          <p:nvPr/>
        </p:nvSpPr>
        <p:spPr>
          <a:xfrm>
            <a:off x="320040" y="1572768"/>
            <a:ext cx="39136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(condition) {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856232"/>
            <a:ext cx="39136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8E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runs if TRUE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2139696"/>
            <a:ext cx="39136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statement1;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2423160"/>
            <a:ext cx="39136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if (condition2) {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" y="2706624"/>
            <a:ext cx="39136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8E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another check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2990088"/>
            <a:ext cx="39136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statement2;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" y="3273552"/>
            <a:ext cx="39136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{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" y="3557016"/>
            <a:ext cx="39136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8E3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// runs if all FALSE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" y="3840480"/>
            <a:ext cx="39136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statement3;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4123944"/>
            <a:ext cx="39136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1078992"/>
            <a:ext cx="4389120" cy="1719072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78992"/>
            <a:ext cx="4389120" cy="347472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21" name="Text 19"/>
          <p:cNvSpPr/>
          <p:nvPr/>
        </p:nvSpPr>
        <p:spPr>
          <a:xfrm>
            <a:off x="4617720" y="1078992"/>
            <a:ext cx="4297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1 – Grade Checker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45152" y="1481328"/>
            <a:ext cx="4233672" cy="123444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23" name="Text 21"/>
          <p:cNvSpPr/>
          <p:nvPr/>
        </p:nvSpPr>
        <p:spPr>
          <a:xfrm>
            <a:off x="4709160" y="1527048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marks = 75;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1773936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(marks &gt;= 80) {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2020824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console.log("A Grade");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267712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if (marks &gt;= 60) {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514600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console.log("B Grade");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907792"/>
            <a:ext cx="4389120" cy="18288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907792"/>
            <a:ext cx="4389120" cy="34747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0" name="Text 28"/>
          <p:cNvSpPr/>
          <p:nvPr/>
        </p:nvSpPr>
        <p:spPr>
          <a:xfrm>
            <a:off x="4617720" y="2907792"/>
            <a:ext cx="4297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2 – Age Check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45152" y="3310128"/>
            <a:ext cx="4233672" cy="1344168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32" name="Text 30"/>
          <p:cNvSpPr/>
          <p:nvPr/>
        </p:nvSpPr>
        <p:spPr>
          <a:xfrm>
            <a:off x="4709160" y="3355848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 age = 20;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3602736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(age &gt;= 18) {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3849624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console.log("Adult");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4096512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{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9160" y="4343400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console.log("Minor");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4590288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9" name="Text 37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1C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Quick 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45720"/>
          </a:xfrm>
          <a:prstGeom prst="rect">
            <a:avLst/>
          </a:prstGeom>
          <a:solidFill>
            <a:srgbClr val="81C784"/>
          </a:solidFill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0" cy="109728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6" name="Shape 4"/>
          <p:cNvSpPr/>
          <p:nvPr/>
        </p:nvSpPr>
        <p:spPr>
          <a:xfrm>
            <a:off x="457200" y="1051560"/>
            <a:ext cx="914400" cy="109728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7" name="Text 5"/>
          <p:cNvSpPr/>
          <p:nvPr/>
        </p:nvSpPr>
        <p:spPr>
          <a:xfrm>
            <a:off x="457200" y="1051560"/>
            <a:ext cx="914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44752" y="11430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C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1463040"/>
            <a:ext cx="3017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scripting language for web interactivity, runs in browser &amp; server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109728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1" name="Shape 9"/>
          <p:cNvSpPr/>
          <p:nvPr/>
        </p:nvSpPr>
        <p:spPr>
          <a:xfrm>
            <a:off x="4754880" y="1051560"/>
            <a:ext cx="914400" cy="109728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12" name="Text 10"/>
          <p:cNvSpPr/>
          <p:nvPr/>
        </p:nvSpPr>
        <p:spPr>
          <a:xfrm>
            <a:off x="4754880" y="1051560"/>
            <a:ext cx="914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 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42432" y="11430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C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Types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42432" y="1463040"/>
            <a:ext cx="3017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String, Number, Boolean, Array, Object, Undefined, Null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313432"/>
            <a:ext cx="4114800" cy="109728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6" name="Shape 14"/>
          <p:cNvSpPr/>
          <p:nvPr/>
        </p:nvSpPr>
        <p:spPr>
          <a:xfrm>
            <a:off x="457200" y="2313432"/>
            <a:ext cx="914400" cy="109728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17" name="Text 15"/>
          <p:cNvSpPr/>
          <p:nvPr/>
        </p:nvSpPr>
        <p:spPr>
          <a:xfrm>
            <a:off x="457200" y="2313432"/>
            <a:ext cx="914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44752" y="2404872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C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44752" y="2724912"/>
            <a:ext cx="3017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Function-scoped, can be re-declared — avoid in modern code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313432"/>
            <a:ext cx="4114800" cy="109728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21" name="Shape 19"/>
          <p:cNvSpPr/>
          <p:nvPr/>
        </p:nvSpPr>
        <p:spPr>
          <a:xfrm>
            <a:off x="4754880" y="2313432"/>
            <a:ext cx="914400" cy="109728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22" name="Text 20"/>
          <p:cNvSpPr/>
          <p:nvPr/>
        </p:nvSpPr>
        <p:spPr>
          <a:xfrm>
            <a:off x="4754880" y="2313432"/>
            <a:ext cx="914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42432" y="2404872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C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42432" y="2724912"/>
            <a:ext cx="3017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Block-scoped, re-assignable — use for changing values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575304"/>
            <a:ext cx="4114800" cy="109728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26" name="Shape 24"/>
          <p:cNvSpPr/>
          <p:nvPr/>
        </p:nvSpPr>
        <p:spPr>
          <a:xfrm>
            <a:off x="457200" y="3575304"/>
            <a:ext cx="914400" cy="109728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27" name="Text 25"/>
          <p:cNvSpPr/>
          <p:nvPr/>
        </p:nvSpPr>
        <p:spPr>
          <a:xfrm>
            <a:off x="457200" y="3575304"/>
            <a:ext cx="914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=c=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44752" y="3666744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C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44752" y="3986784"/>
            <a:ext cx="3017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Block-scoped, cannot be reassigned — use for fixed values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3575304"/>
            <a:ext cx="4114800" cy="109728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1" name="Shape 29"/>
          <p:cNvSpPr/>
          <p:nvPr/>
        </p:nvSpPr>
        <p:spPr>
          <a:xfrm>
            <a:off x="4754880" y="3575304"/>
            <a:ext cx="914400" cy="1097280"/>
          </a:xfrm>
          <a:prstGeom prst="rect">
            <a:avLst/>
          </a:prstGeom>
          <a:solidFill>
            <a:srgbClr val="4CAF50"/>
          </a:solidFill>
        </p:spPr>
      </p:sp>
      <p:sp>
        <p:nvSpPr>
          <p:cNvPr id="32" name="Text 30"/>
          <p:cNvSpPr/>
          <p:nvPr/>
        </p:nvSpPr>
        <p:spPr>
          <a:xfrm>
            <a:off x="4754880" y="3575304"/>
            <a:ext cx="914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42432" y="3666744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C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/ else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742432" y="3986784"/>
            <a:ext cx="3017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Conditionally execute code based on a true/false condition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6" name="Text 34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2409</Words>
  <Application>WPS Presentation</Application>
  <PresentationFormat>On-screen Show (16:9)</PresentationFormat>
  <Paragraphs>244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Trebuchet MS</vt:lpstr>
      <vt:lpstr>Trebuchet MS</vt:lpstr>
      <vt:lpstr>Trebuchet MS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Fundamentals</dc:title>
  <dc:creator>PptxGenJS</dc:creator>
  <dc:subject>PptxGenJS Presentation</dc:subject>
  <cp:lastModifiedBy>PMYLS</cp:lastModifiedBy>
  <cp:revision>2</cp:revision>
  <dcterms:created xsi:type="dcterms:W3CDTF">2026-03-13T12:06:00Z</dcterms:created>
  <dcterms:modified xsi:type="dcterms:W3CDTF">2026-03-17T06:44:41Z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1EB8B041171C4DEEBEE2087749F8AD18_12</vt:lpwstr>
  </property>
  <property fmtid="{D5CDD505-2E9C-101B-9397-08002B2CF9AE}" pid="3" name="KSOProductBuildVer">
    <vt:lpwstr>1033-12.2.0.23196</vt:lpwstr>
  </property>
</Properties>
</file>
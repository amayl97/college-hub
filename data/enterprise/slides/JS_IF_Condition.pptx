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16653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16A34A">
              <a:alpha val="30000"/>
            </a:srgbClr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JAVASCRIPT BASICS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772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IF Condition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conditional logic in JavaScript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</a:rPr>
              <a:t>What it is  •  Why we use it  •  Syntax  •  Diagrams  •  Examples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an IF Condition?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</a:t>
            </a:r>
            <a:r>
              <a:rPr lang="en-US" sz="14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statement</a:t>
            </a: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 </a:t>
            </a:r>
            <a:r>
              <a:rPr lang="en-US" sz="14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flow</a:t>
            </a: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structure that runs a block of code </a:t>
            </a:r>
            <a:r>
              <a:rPr lang="en-US" sz="1400" b="1" i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when a condition is true</a:t>
            </a: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74904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 of it like 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real-life decision: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13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🌧  If it rains → take umbrella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☀  If sunny → wear sunglasses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REAL-WORLD ANALOGY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1737360"/>
            <a:ext cx="19202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73736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Condition Check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2286000"/>
            <a:ext cx="0" cy="274320"/>
          </a:xfrm>
          <a:prstGeom prst="line">
            <a:avLst/>
          </a:prstGeom>
          <a:noFill/>
          <a:ln w="25400">
            <a:solidFill>
              <a:srgbClr val="1A47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2560320"/>
            <a:ext cx="1645920" cy="594360"/>
          </a:xfrm>
          <a:prstGeom prst="rect">
            <a:avLst/>
          </a:prstGeom>
          <a:solidFill>
            <a:srgbClr val="A3E635">
              <a:alpha val="80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5603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TRUE or FALSE?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3154680"/>
            <a:ext cx="0" cy="22860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383280"/>
            <a:ext cx="14630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38328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Run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FALSE → skip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2 / 6  •  JavaScript IF Condition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Do We Use IF Conditions?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</a:rPr>
              <a:t>Decision Making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Run different code based on user input or data 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5156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23560" y="11430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</a:rPr>
              <a:t>Validation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23560" y="150876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Check if form fields are filled, passwords match, age is valid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11480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3172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3172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24231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</a:rPr>
              <a:t>Game Logic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78892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Detect collisions, check if player won or lost a level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411480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33172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3172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23560" y="24231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</a:rPr>
              <a:t>Access Control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23560" y="278892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Show content only to logged-in or authorized users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1480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1188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1188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88720" y="37033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</a:rPr>
              <a:t>Error Handling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8720" y="406908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Prevent crashes by checking before dividing or accessing null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1480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61188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1188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623560" y="37033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</a:rPr>
              <a:t>Flow Control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23560" y="406908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Guide the program down different paths dynamically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3320"/>
          </a:solidFill>
          <a:ln w="12700">
            <a:solidFill>
              <a:srgbClr val="0F33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3 / 6  •  JavaScript IF Condition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Syntax &amp; Structure in JavaScript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754880" cy="3749040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754880" cy="3657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syntax.js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44805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050" i="1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condition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code if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
</a:t>
            </a:r>
            <a:r>
              <a:rPr lang="en-US" sz="10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050" i="1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condition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code if TRUE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code if 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
</a:t>
            </a:r>
            <a:r>
              <a:rPr lang="en-US" sz="10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(cond1)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if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(cond2)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1417320"/>
            <a:ext cx="64008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453896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if 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764792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Runs block when condition is true. Skips it otherwise.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2514600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2514600"/>
            <a:ext cx="64008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551176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if / else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2862072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Two paths: one for TRUE, one for FALSE.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3611880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3611880"/>
            <a:ext cx="64008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3648456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if / else if / else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3959352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Multiple conditions checked in sequence.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4 / 6  •  JavaScript IF Condition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Condition — Flowchart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0" y="960120"/>
            <a:ext cx="146304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9601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1737360"/>
            <a:ext cx="2103120" cy="685800"/>
          </a:xfrm>
          <a:prstGeom prst="rect">
            <a:avLst/>
          </a:prstGeom>
          <a:solidFill>
            <a:srgbClr val="A3E635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73736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Condition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True?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423160"/>
            <a:ext cx="0" cy="27432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450592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</a:rPr>
              <a:t>YES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2697480"/>
            <a:ext cx="201168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6974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IF Block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23560" y="2080260"/>
            <a:ext cx="1463040" cy="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874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</a:rPr>
              <a:t>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1737360"/>
            <a:ext cx="1828800" cy="685800"/>
          </a:xfrm>
          <a:prstGeom prst="rect">
            <a:avLst/>
          </a:prstGeom>
          <a:solidFill>
            <a:srgbClr val="991B1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73736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Skip / ELSE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2423160"/>
            <a:ext cx="0" cy="77724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200400"/>
            <a:ext cx="34290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291840"/>
            <a:ext cx="0" cy="27432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566160"/>
            <a:ext cx="146304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56616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" y="1051560"/>
            <a:ext cx="2286000" cy="20116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10515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</a:rPr>
              <a:t>LEGEND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1463040"/>
            <a:ext cx="22860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46304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Oval = Start/End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1865376"/>
            <a:ext cx="228600" cy="22860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1865376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Rectangle (yellow) = Decision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267712"/>
            <a:ext cx="22860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26771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Rectangle (green) = Process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670048"/>
            <a:ext cx="228600" cy="228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7004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Arrow = Flow direction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3320"/>
          </a:solidFill>
          <a:ln w="12700">
            <a:solidFill>
              <a:srgbClr val="0F33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5 / 6  •  JavaScript IF Condition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Live Code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8745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Example 1: Age Check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age = </a:t>
            </a: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2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(age &gt;= </a:t>
            </a: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
</a:t>
            </a:r>
            <a:r>
              <a:rPr lang="en-US" sz="12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"You can vote!"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2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2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"Too young"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8745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Example 2: Grade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8404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score = </a:t>
            </a: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75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2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</a:t>
            </a: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90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grade =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"A"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if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</a:t>
            </a: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70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grade =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"B"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grade = </a:t>
            </a:r>
            <a:r>
              <a:rPr lang="en-US" sz="12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"C"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7180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</a:rPr>
              <a:t>✅  Output: "You can vote!"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971800"/>
            <a:ext cx="41148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97180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</a:rPr>
              <a:t>✅  Output: grade = "B"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52044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47872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• Use ( ) for the condition   </a:t>
            </a:r>
            <a:r>
              <a:rPr lang="en-US" sz="1200" dirty="0">
                <a:solidFill>
                  <a:srgbClr val="444444"/>
                </a:solidFill>
              </a:rPr>
              <a:t>• Use { } for the code block   </a:t>
            </a:r>
            <a:r>
              <a:rPr lang="en-US" sz="1200" dirty="0">
                <a:solidFill>
                  <a:srgbClr val="444444"/>
                </a:solidFill>
              </a:rPr>
              <a:t>• Comparisons: ==, !=, &gt;, &lt;, &gt;=, &lt;=   </a:t>
            </a:r>
            <a:r>
              <a:rPr lang="en-US" sz="1200" dirty="0">
                <a:solidFill>
                  <a:srgbClr val="444444"/>
                </a:solidFill>
              </a:rPr>
              <a:t>• Logic: &amp;&amp; (AND),  || (OR),  ! (NOT)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6 / 6  •  JavaScript IF Condition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2105</Words>
  <Application>WPS Presentation</Application>
  <PresentationFormat>On-screen Show (16:9)</PresentationFormat>
  <Paragraphs>171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IF Condition</dc:title>
  <dc:creator>PptxGenJS</dc:creator>
  <dc:subject>PptxGenJS Presentation</dc:subject>
  <cp:lastModifiedBy>PMYLS</cp:lastModifiedBy>
  <cp:revision>2</cp:revision>
  <dcterms:created xsi:type="dcterms:W3CDTF">2026-03-23T17:23:00Z</dcterms:created>
  <dcterms:modified xsi:type="dcterms:W3CDTF">2026-03-24T06:32:35Z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4CA343A21AB24DDC849F705B4E48BF24_12</vt:lpwstr>
  </property>
  <property fmtid="{D5CDD505-2E9C-101B-9397-08002B2CF9AE}" pid="3" name="KSOProductBuildVer">
    <vt:lpwstr>1033-12.2.0.23196</vt:lpwstr>
  </property>
</Properties>
</file>
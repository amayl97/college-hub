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DBEAFE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2B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JavaScript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· Why use it · Syntax · Flowchart · Examples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Switch Statement?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statement is a control flow structure that evaluates an expression and executes a matching block of code based on the result. It is a cleaner alternative to multiple if...else if chains.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5000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once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is evaluated a single time and compared to each case.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0837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9008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990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99008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strict equality (===) to compare the expression with each case value.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484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6484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64845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break, execution continues into the next case automatically.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32511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068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30682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no case matches — similar to else in an if/else chain.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Switch Statement?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When to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and more readable than long if/else chains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maintain when checking one variable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 with many branches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grouping multiple cases together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single variable against multiple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or navigation systems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user input or key presses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 and day/month lookups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of Switch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058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005840"/>
            <a:ext cx="128016" cy="128016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0058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49377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(expression)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value1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block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value2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block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default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298448"/>
            <a:ext cx="310896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32588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being evaluated (a variable or expression)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310896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9339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value: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is a possible match for the expression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606040"/>
            <a:ext cx="310896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63347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execution; prevents fall-through to next case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566160"/>
            <a:ext cx="310896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59359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
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if no case matches — always good to include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Switch Works —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49040" y="914400"/>
            <a:ext cx="1645920" cy="41148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0" cy="274320"/>
          </a:xfrm>
          <a:prstGeom prst="line">
            <a:avLst/>
          </a:prstGeom>
          <a:noFill/>
          <a:ln w="19050">
            <a:solidFill>
              <a:srgbClr val="0D2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Expression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274320"/>
          </a:xfrm>
          <a:prstGeom prst="line">
            <a:avLst/>
          </a:prstGeom>
          <a:noFill/>
          <a:ln w="19050">
            <a:solidFill>
              <a:srgbClr val="0D2B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331720"/>
            <a:ext cx="1828800" cy="50292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case?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578608"/>
            <a:ext cx="-13716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578608"/>
            <a:ext cx="0" cy="32004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2898648"/>
            <a:ext cx="2011680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case block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355848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630168"/>
            <a:ext cx="2011680" cy="45720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630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found?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3858768"/>
            <a:ext cx="-5486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6758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(fall-through)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4087368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096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578608"/>
            <a:ext cx="13716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578608"/>
            <a:ext cx="0" cy="54864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127248"/>
            <a:ext cx="1828800" cy="4572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default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3584448"/>
            <a:ext cx="0" cy="731520"/>
          </a:xfrm>
          <a:prstGeom prst="line">
            <a:avLst/>
          </a:prstGeom>
          <a:noFill/>
          <a:ln w="19050">
            <a:solidFill>
              <a:srgbClr val="0D2B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4361688"/>
            <a:ext cx="4617720" cy="0"/>
          </a:xfrm>
          <a:prstGeom prst="line">
            <a:avLst/>
          </a:prstGeom>
          <a:noFill/>
          <a:ln w="19050">
            <a:solidFill>
              <a:srgbClr val="0D2B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4361688"/>
            <a:ext cx="1645920" cy="41148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361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Day of the Week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Write a switch statement that takes a day number (1–7) and prints the day name.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029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992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09928"/>
            <a:ext cx="118872" cy="11887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70992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(day)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("Monday");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("Tuesday");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("Wednesday");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cases 4-7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("Invalid");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46120" cy="914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"Wednesday"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267004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70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= 3 matches case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314553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"Wednesday" is printed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3621024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stops further execution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4096512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4096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handles invalid input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Traffic Light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Write a switch statement for a traffic light that takes "red", "yellow", or "green" and returns the 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029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992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09928"/>
            <a:ext cx="118872" cy="11887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70992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light =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"green"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(light)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("STOP");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"yellow"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("SLOW DOWN");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"green"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("GO");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console.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("Unknown");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600200"/>
            <a:ext cx="1188720" cy="3017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73736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651760"/>
            <a:ext cx="822960" cy="82296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566160"/>
            <a:ext cx="822960" cy="82296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600200"/>
            <a:ext cx="1828800" cy="685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6276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"GO"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423160"/>
            <a:ext cx="1828800" cy="2194560"/>
          </a:xfrm>
          <a:prstGeom prst="rect">
            <a:avLst/>
          </a:prstGeom>
          <a:solidFill>
            <a:srgbClr val="F8FA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48716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= "green"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96265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3rd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343814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"GO" is printed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9136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switch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5087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flow statement that checks one expression against multiple case values.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51760" cy="15087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6517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if/else chains, great for fixed known values like menus, days, colors.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651760" cy="150876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05840"/>
            <a:ext cx="2651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switch(expr) { case val: ... break; ... default: ...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2651760" cy="150876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26517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execution at current case; without it, code 'falls through' to next case.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743200"/>
            <a:ext cx="2651760" cy="15087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743200"/>
            <a:ext cx="2651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154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catch-all that runs when no case matches the expression.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743200"/>
            <a:ext cx="2651760" cy="15087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743200"/>
            <a:ext cx="26517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3154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uses strict equality — types must match too (e.g. 1 ≠ '1').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Switch Statement — Fundamentals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Statement in JavaScript</dc:title>
  <dc:subject>PptxGenJS Presentation</dc:subject>
  <dc:creator>PptxGenJS</dc:creator>
  <cp:lastModifiedBy>PptxGenJS</cp:lastModifiedBy>
  <cp:revision>1</cp:revision>
  <dcterms:created xsi:type="dcterms:W3CDTF">2026-03-28T06:52:46Z</dcterms:created>
  <dcterms:modified xsi:type="dcterms:W3CDTF">2026-03-28T06:52:46Z</dcterms:modified>
</cp:coreProperties>
</file>